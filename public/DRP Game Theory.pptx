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Anaheim"/>
      <p:regular r:id="rId42"/>
    </p:embeddedFont>
    <p:embeddedFont>
      <p:font typeface="Albert Sans"/>
      <p:regular r:id="rId43"/>
      <p:bold r:id="rId44"/>
      <p:italic r:id="rId45"/>
      <p:boldItalic r:id="rId46"/>
    </p:embeddedFont>
    <p:embeddedFont>
      <p:font typeface="DM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A8A355-A8A8-4CBF-99E8-2984F93B9654}">
  <a:tblStyle styleId="{E2A8A355-A8A8-4CBF-99E8-2984F93B96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42" Type="http://schemas.openxmlformats.org/officeDocument/2006/relationships/font" Target="fonts/Anaheim-regular.fntdata"/><Relationship Id="rId41" Type="http://schemas.openxmlformats.org/officeDocument/2006/relationships/font" Target="fonts/Lato-boldItalic.fntdata"/><Relationship Id="rId44" Type="http://schemas.openxmlformats.org/officeDocument/2006/relationships/font" Target="fonts/AlbertSans-bold.fntdata"/><Relationship Id="rId43" Type="http://schemas.openxmlformats.org/officeDocument/2006/relationships/font" Target="fonts/AlbertSans-regular.fntdata"/><Relationship Id="rId46" Type="http://schemas.openxmlformats.org/officeDocument/2006/relationships/font" Target="fonts/AlbertSans-boldItalic.fntdata"/><Relationship Id="rId45" Type="http://schemas.openxmlformats.org/officeDocument/2006/relationships/font" Target="fonts/Albert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DMSans-bold.fntdata"/><Relationship Id="rId47" Type="http://schemas.openxmlformats.org/officeDocument/2006/relationships/font" Target="fonts/DMSans-regular.fntdata"/><Relationship Id="rId49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Montserrat-bold.fntdata"/><Relationship Id="rId34" Type="http://schemas.openxmlformats.org/officeDocument/2006/relationships/font" Target="fonts/Montserrat-regular.fntdata"/><Relationship Id="rId37" Type="http://schemas.openxmlformats.org/officeDocument/2006/relationships/font" Target="fonts/Montserrat-boldItalic.fntdata"/><Relationship Id="rId36" Type="http://schemas.openxmlformats.org/officeDocument/2006/relationships/font" Target="fonts/Montserrat-italic.fntdata"/><Relationship Id="rId39" Type="http://schemas.openxmlformats.org/officeDocument/2006/relationships/font" Target="fonts/Lato-bold.fntdata"/><Relationship Id="rId38" Type="http://schemas.openxmlformats.org/officeDocument/2006/relationships/font" Target="fonts/Lato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0" name="Google Shape;281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5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7" name="Google Shape;2847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1" name="Google Shape;2861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7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g2631b8f0b8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9" name="Google Shape;2869;g2631b8f0b8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5" name="Shape 2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" name="Google Shape;2886;g2631b8f0b80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7" name="Google Shape;2887;g2631b8f0b80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g2631b8f0b80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5" name="Google Shape;2905;g2631b8f0b80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g2631b8f0b8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4" name="Google Shape;2934;g2631b8f0b8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1" name="Shape 2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Google Shape;2942;g2a3a48fd55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3" name="Google Shape;2943;g2a3a48fd55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symmetric/asymmetric, discrete/continuous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8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g2a3a48fd55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0" name="Google Shape;2960;g2a3a48fd55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symmetric/asymmetric, discrete/continuous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g2a3a48fd55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7" name="Google Shape;2977;g2a3a48fd55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symmetric/asymmetric, discrete/continuous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2" name="Shape 2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2a3a48fd55a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2a3a48fd55a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symmetric/asymmetric, discrete/continuous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9" name="Shape 3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Google Shape;3010;g2a3a48fd55a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1" name="Google Shape;3011;g2a3a48fd55a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symmetric/asymmetric, discrete/continuous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2631b8f0b80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2631b8f0b80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g2a3a48fd55a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4" name="Google Shape;3034;g2a3a48fd55a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8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g2631b8f0b8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0" name="Google Shape;3040;g2631b8f0b8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8" name="Google Shape;3048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3" name="Shape 3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4" name="Google Shape;3054;g2a3a48fd55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5" name="Google Shape;3055;g2a3a48fd55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4" name="Shape 3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Google Shape;3075;g2a3a48fd55a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6" name="Google Shape;3076;g2a3a48fd55a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5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Google Shape;3096;g2a3a48fd55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7" name="Google Shape;3097;g2a3a48fd55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6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7" name="Google Shape;3117;g2a3a48fd55a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8" name="Google Shape;3118;g2a3a48fd55a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glove game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7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Google Shape;3138;g2a3a48fd55a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9" name="Google Shape;3139;g2a3a48fd55a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5" name="Shape 3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6" name="Google Shape;3146;g1ea6264d3ea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7" name="Google Shape;3147;g1ea6264d3e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5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2a3a48fd55a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2a3a48fd55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2" name="Google Shape;3172;g2a3a48fd55a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3" name="Google Shape;3173;g2a3a48fd55a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g2a3a48fd55a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5" name="Google Shape;3195;g2a3a48fd55a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5" name="Shape 3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" name="Google Shape;3216;g2a3a48fd55a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7" name="Google Shape;3217;g2a3a48fd55a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g2a3a48fd55a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9" name="Google Shape;3239;g2a3a48fd55a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glove game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9" name="Shape 3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0" name="Google Shape;3260;g2a3a48fd55a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1" name="Google Shape;3261;g2a3a48fd55a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2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35" name="Google Shape;35;p2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2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2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43" name="Google Shape;43;p2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46;p2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" name="Google Shape;54;p2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55" name="Google Shape;55;p2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" name="Google Shape;58;p2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59" name="Google Shape;59;p2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" name="Google Shape;62;p2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63" name="Google Shape;63;p2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" name="Google Shape;66;p2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67" name="Google Shape;67;p2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71" name="Google Shape;71;p2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" name="Google Shape;74;p2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75" name="Google Shape;75;p2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" name="Google Shape;78;p2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" name="Google Shape;86;p2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87" name="Google Shape;87;p2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0" name="Google Shape;90;p2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2"/>
          <p:cNvSpPr txBox="1"/>
          <p:nvPr>
            <p:ph type="ctrTitle"/>
          </p:nvPr>
        </p:nvSpPr>
        <p:spPr>
          <a:xfrm>
            <a:off x="1215950" y="1204500"/>
            <a:ext cx="4280100" cy="19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92" name="Google Shape;92;p2"/>
          <p:cNvSpPr txBox="1"/>
          <p:nvPr>
            <p:ph idx="1" type="subTitle"/>
          </p:nvPr>
        </p:nvSpPr>
        <p:spPr>
          <a:xfrm>
            <a:off x="1215950" y="3158400"/>
            <a:ext cx="23070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3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95" name="Google Shape;95;p3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3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08" name="Google Shape;108;p3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3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12" name="Google Shape;112;p3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" name="Google Shape;115;p3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16" name="Google Shape;116;p3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" name="Google Shape;119;p3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20" name="Google Shape;120;p3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3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3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" name="Google Shape;127;p3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" name="Google Shape;131;p3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32" name="Google Shape;132;p3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3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36" name="Google Shape;136;p3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3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3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44" name="Google Shape;144;p3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3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" name="Google Shape;151;p3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52" name="Google Shape;152;p3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" name="Google Shape;155;p3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56" name="Google Shape;156;p3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" name="Google Shape;163;p3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64" name="Google Shape;164;p3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3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68" name="Google Shape;168;p3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" name="Google Shape;171;p3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72" name="Google Shape;172;p3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75" name="Google Shape;175;p3"/>
          <p:cNvPicPr preferRelativeResize="0"/>
          <p:nvPr/>
        </p:nvPicPr>
        <p:blipFill rotWithShape="1">
          <a:blip r:embed="rId2">
            <a:alphaModFix/>
          </a:blip>
          <a:srcRect b="11855" l="-9019" r="9019" t="0"/>
          <a:stretch/>
        </p:blipFill>
        <p:spPr>
          <a:xfrm rot="-5400000">
            <a:off x="5496125" y="1507794"/>
            <a:ext cx="5163774" cy="213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77" name="Google Shape;177;p3"/>
          <p:cNvGrpSpPr/>
          <p:nvPr/>
        </p:nvGrpSpPr>
        <p:grpSpPr>
          <a:xfrm>
            <a:off x="-868200" y="-1018150"/>
            <a:ext cx="3810000" cy="2254901"/>
            <a:chOff x="2287428" y="526446"/>
            <a:chExt cx="7620000" cy="4509801"/>
          </a:xfrm>
        </p:grpSpPr>
        <p:sp>
          <p:nvSpPr>
            <p:cNvPr id="178" name="Google Shape;178;p3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3"/>
          <p:cNvSpPr txBox="1"/>
          <p:nvPr>
            <p:ph type="title"/>
          </p:nvPr>
        </p:nvSpPr>
        <p:spPr>
          <a:xfrm>
            <a:off x="2413859" y="1850938"/>
            <a:ext cx="569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"/>
          <p:cNvSpPr txBox="1"/>
          <p:nvPr>
            <p:ph hasCustomPrompt="1" idx="2" type="title"/>
          </p:nvPr>
        </p:nvSpPr>
        <p:spPr>
          <a:xfrm>
            <a:off x="1035841" y="2068800"/>
            <a:ext cx="1005900" cy="100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3"/>
          <p:cNvSpPr txBox="1"/>
          <p:nvPr>
            <p:ph idx="1" type="subTitle"/>
          </p:nvPr>
        </p:nvSpPr>
        <p:spPr>
          <a:xfrm>
            <a:off x="2413859" y="2917563"/>
            <a:ext cx="569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4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91" name="Google Shape;191;p4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92" name="Google Shape;192;p4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5" name="Google Shape;195;p4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96" name="Google Shape;196;p4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" name="Google Shape;199;p4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00" name="Google Shape;200;p4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" name="Google Shape;203;p4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04" name="Google Shape;204;p4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4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08" name="Google Shape;208;p4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4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212" name="Google Shape;212;p4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" name="Google Shape;215;p4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216" name="Google Shape;216;p4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4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220" name="Google Shape;220;p4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" name="Google Shape;223;p4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224" name="Google Shape;224;p4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" name="Google Shape;227;p4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228" name="Google Shape;228;p4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4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232" name="Google Shape;232;p4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" name="Google Shape;235;p4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236" name="Google Shape;236;p4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4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4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240" name="Google Shape;240;p4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4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244" name="Google Shape;244;p4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4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4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48" name="Google Shape;248;p4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4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52" name="Google Shape;252;p4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4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4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56" name="Google Shape;256;p4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4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4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4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4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" name="Google Shape;263;p4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64" name="Google Shape;264;p4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4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4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4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68" name="Google Shape;268;p4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4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4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1" name="Google Shape;271;p4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2" name="Google Shape;272;p4"/>
          <p:cNvGrpSpPr/>
          <p:nvPr/>
        </p:nvGrpSpPr>
        <p:grpSpPr>
          <a:xfrm>
            <a:off x="-1303200" y="-417548"/>
            <a:ext cx="3810000" cy="1517665"/>
            <a:chOff x="2287428" y="3290125"/>
            <a:chExt cx="7620000" cy="3035331"/>
          </a:xfrm>
        </p:grpSpPr>
        <p:sp>
          <p:nvSpPr>
            <p:cNvPr id="273" name="Google Shape;273;p4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8" name="Google Shape;278;p4"/>
          <p:cNvSpPr txBox="1"/>
          <p:nvPr>
            <p:ph idx="1" type="body"/>
          </p:nvPr>
        </p:nvSpPr>
        <p:spPr>
          <a:xfrm>
            <a:off x="720000" y="1215750"/>
            <a:ext cx="7704000" cy="17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5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281" name="Google Shape;281;p5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282" name="Google Shape;282;p5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5" name="Google Shape;285;p5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286" name="Google Shape;286;p5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5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90" name="Google Shape;290;p5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3" name="Google Shape;293;p5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94" name="Google Shape;294;p5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5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98" name="Google Shape;298;p5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5" name="Google Shape;305;p5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306" name="Google Shape;306;p5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5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" name="Google Shape;309;p5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310" name="Google Shape;310;p5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5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5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" name="Google Shape;313;p5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314" name="Google Shape;314;p5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5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5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" name="Google Shape;317;p5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318" name="Google Shape;318;p5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5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5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1" name="Google Shape;321;p5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322" name="Google Shape;322;p5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5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5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5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326" name="Google Shape;326;p5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5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5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5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330" name="Google Shape;330;p5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5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5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p5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334" name="Google Shape;334;p5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5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5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7" name="Google Shape;337;p5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338" name="Google Shape;338;p5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5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5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" name="Google Shape;341;p5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342" name="Google Shape;342;p5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5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5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" name="Google Shape;345;p5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346" name="Google Shape;346;p5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5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5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5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350" name="Google Shape;350;p5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5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5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" name="Google Shape;353;p5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354" name="Google Shape;354;p5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5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5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5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358" name="Google Shape;358;p5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5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5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1" name="Google Shape;361;p5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62" name="Google Shape;362;p5"/>
          <p:cNvGrpSpPr/>
          <p:nvPr/>
        </p:nvGrpSpPr>
        <p:grpSpPr>
          <a:xfrm>
            <a:off x="6227327" y="3994352"/>
            <a:ext cx="3810000" cy="1517665"/>
            <a:chOff x="2287428" y="3290125"/>
            <a:chExt cx="7620000" cy="3035331"/>
          </a:xfrm>
        </p:grpSpPr>
        <p:sp>
          <p:nvSpPr>
            <p:cNvPr id="363" name="Google Shape;363;p5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8" name="Google Shape;368;p5"/>
          <p:cNvSpPr txBox="1"/>
          <p:nvPr>
            <p:ph idx="1" type="subTitle"/>
          </p:nvPr>
        </p:nvSpPr>
        <p:spPr>
          <a:xfrm>
            <a:off x="4979105" y="35428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9" name="Google Shape;369;p5"/>
          <p:cNvSpPr txBox="1"/>
          <p:nvPr>
            <p:ph idx="2" type="subTitle"/>
          </p:nvPr>
        </p:nvSpPr>
        <p:spPr>
          <a:xfrm>
            <a:off x="1659520" y="35428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0" name="Google Shape;370;p5"/>
          <p:cNvSpPr txBox="1"/>
          <p:nvPr>
            <p:ph idx="3" type="subTitle"/>
          </p:nvPr>
        </p:nvSpPr>
        <p:spPr>
          <a:xfrm>
            <a:off x="4979096" y="30463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71" name="Google Shape;371;p5"/>
          <p:cNvSpPr txBox="1"/>
          <p:nvPr>
            <p:ph idx="4" type="subTitle"/>
          </p:nvPr>
        </p:nvSpPr>
        <p:spPr>
          <a:xfrm>
            <a:off x="1659295" y="30463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6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374" name="Google Shape;374;p6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375" name="Google Shape;375;p6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6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6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379" name="Google Shape;379;p6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6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6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2" name="Google Shape;382;p6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383" name="Google Shape;383;p6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6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6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" name="Google Shape;386;p6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387" name="Google Shape;387;p6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6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6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6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391" name="Google Shape;391;p6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6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6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4" name="Google Shape;394;p6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395" name="Google Shape;395;p6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6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6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8" name="Google Shape;398;p6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399" name="Google Shape;399;p6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6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6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2" name="Google Shape;402;p6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403" name="Google Shape;403;p6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6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6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6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407" name="Google Shape;407;p6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0" name="Google Shape;410;p6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411" name="Google Shape;411;p6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4" name="Google Shape;414;p6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415" name="Google Shape;415;p6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6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6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6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419" name="Google Shape;419;p6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6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6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6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423" name="Google Shape;423;p6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6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427" name="Google Shape;427;p6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6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431" name="Google Shape;431;p6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6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435" name="Google Shape;435;p6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6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6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439" name="Google Shape;439;p6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6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6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6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443" name="Google Shape;443;p6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6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6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447" name="Google Shape;447;p6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6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6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0" name="Google Shape;450;p6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451" name="Google Shape;451;p6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6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6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54" name="Google Shape;454;p6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5" name="Google Shape;455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456" name="Google Shape;456;p6"/>
          <p:cNvGrpSpPr/>
          <p:nvPr/>
        </p:nvGrpSpPr>
        <p:grpSpPr>
          <a:xfrm flipH="1">
            <a:off x="7060800" y="-511750"/>
            <a:ext cx="3810000" cy="2254900"/>
            <a:chOff x="2287428" y="526446"/>
            <a:chExt cx="7620000" cy="4509801"/>
          </a:xfrm>
        </p:grpSpPr>
        <p:sp>
          <p:nvSpPr>
            <p:cNvPr id="457" name="Google Shape;457;p6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6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6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6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6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7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467" name="Google Shape;467;p7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468" name="Google Shape;468;p7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7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7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p7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472" name="Google Shape;472;p7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7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7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7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476" name="Google Shape;476;p7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7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7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9" name="Google Shape;479;p7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480" name="Google Shape;480;p7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7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7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3" name="Google Shape;483;p7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484" name="Google Shape;484;p7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7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7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7" name="Google Shape;487;p7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488" name="Google Shape;488;p7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7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7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" name="Google Shape;491;p7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492" name="Google Shape;492;p7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7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7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7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496" name="Google Shape;496;p7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7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7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9" name="Google Shape;499;p7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500" name="Google Shape;500;p7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7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7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3" name="Google Shape;503;p7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504" name="Google Shape;504;p7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7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7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7" name="Google Shape;507;p7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508" name="Google Shape;508;p7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7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7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1" name="Google Shape;511;p7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512" name="Google Shape;512;p7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7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7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p7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516" name="Google Shape;516;p7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7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7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9" name="Google Shape;519;p7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520" name="Google Shape;520;p7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7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7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3" name="Google Shape;523;p7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524" name="Google Shape;524;p7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7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7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p7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528" name="Google Shape;528;p7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7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7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1" name="Google Shape;531;p7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532" name="Google Shape;532;p7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7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7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5" name="Google Shape;535;p7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536" name="Google Shape;536;p7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7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7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9" name="Google Shape;539;p7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540" name="Google Shape;540;p7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7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7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7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544" name="Google Shape;544;p7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7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7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7" name="Google Shape;547;p7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8" name="Google Shape;548;p7"/>
          <p:cNvGrpSpPr/>
          <p:nvPr/>
        </p:nvGrpSpPr>
        <p:grpSpPr>
          <a:xfrm>
            <a:off x="-1303200" y="-417548"/>
            <a:ext cx="3810000" cy="1517665"/>
            <a:chOff x="2287428" y="3290125"/>
            <a:chExt cx="7620000" cy="3035331"/>
          </a:xfrm>
        </p:grpSpPr>
        <p:sp>
          <p:nvSpPr>
            <p:cNvPr id="549" name="Google Shape;549;p7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3" name="Google Shape;553;p7"/>
          <p:cNvSpPr txBox="1"/>
          <p:nvPr>
            <p:ph type="title"/>
          </p:nvPr>
        </p:nvSpPr>
        <p:spPr>
          <a:xfrm>
            <a:off x="71655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54" name="Google Shape;554;p7"/>
          <p:cNvSpPr txBox="1"/>
          <p:nvPr>
            <p:ph idx="1" type="subTitle"/>
          </p:nvPr>
        </p:nvSpPr>
        <p:spPr>
          <a:xfrm>
            <a:off x="720000" y="1547900"/>
            <a:ext cx="41976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lbert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555" name="Google Shape;555;p7"/>
          <p:cNvSpPr/>
          <p:nvPr>
            <p:ph idx="2" type="pic"/>
          </p:nvPr>
        </p:nvSpPr>
        <p:spPr>
          <a:xfrm>
            <a:off x="5230200" y="1101000"/>
            <a:ext cx="2908500" cy="294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8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558" name="Google Shape;558;p8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559" name="Google Shape;559;p8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8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8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2" name="Google Shape;562;p8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563" name="Google Shape;563;p8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8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8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6" name="Google Shape;566;p8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567" name="Google Shape;567;p8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8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0" name="Google Shape;570;p8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571" name="Google Shape;571;p8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8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8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" name="Google Shape;574;p8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575" name="Google Shape;575;p8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8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8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8" name="Google Shape;578;p8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579" name="Google Shape;579;p8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8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8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8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583" name="Google Shape;583;p8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8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8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6" name="Google Shape;586;p8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587" name="Google Shape;587;p8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8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8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8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591" name="Google Shape;591;p8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8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595" name="Google Shape;595;p8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8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8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8" name="Google Shape;598;p8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599" name="Google Shape;599;p8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8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2" name="Google Shape;602;p8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603" name="Google Shape;603;p8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8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8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6" name="Google Shape;606;p8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607" name="Google Shape;607;p8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8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0" name="Google Shape;610;p8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611" name="Google Shape;611;p8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8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8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4" name="Google Shape;614;p8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615" name="Google Shape;615;p8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8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8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619" name="Google Shape;619;p8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8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8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2" name="Google Shape;622;p8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623" name="Google Shape;623;p8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8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6" name="Google Shape;626;p8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627" name="Google Shape;627;p8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8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8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0" name="Google Shape;630;p8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631" name="Google Shape;631;p8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8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8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8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635" name="Google Shape;635;p8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8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8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38" name="Google Shape;638;p8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9" name="Google Shape;639;p8"/>
          <p:cNvSpPr txBox="1"/>
          <p:nvPr>
            <p:ph type="title"/>
          </p:nvPr>
        </p:nvSpPr>
        <p:spPr>
          <a:xfrm>
            <a:off x="176850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9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642" name="Google Shape;642;p9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643" name="Google Shape;643;p9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9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9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6" name="Google Shape;646;p9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647" name="Google Shape;647;p9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9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9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0" name="Google Shape;650;p9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651" name="Google Shape;651;p9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9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9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4" name="Google Shape;654;p9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655" name="Google Shape;655;p9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9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9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8" name="Google Shape;658;p9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659" name="Google Shape;659;p9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9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9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2" name="Google Shape;662;p9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663" name="Google Shape;663;p9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9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9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6" name="Google Shape;666;p9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667" name="Google Shape;667;p9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9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9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" name="Google Shape;670;p9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671" name="Google Shape;671;p9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9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9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4" name="Google Shape;674;p9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675" name="Google Shape;675;p9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9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9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8" name="Google Shape;678;p9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679" name="Google Shape;679;p9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9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9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2" name="Google Shape;682;p9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683" name="Google Shape;683;p9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9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9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6" name="Google Shape;686;p9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687" name="Google Shape;687;p9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9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9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0" name="Google Shape;690;p9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691" name="Google Shape;691;p9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9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9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4" name="Google Shape;694;p9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695" name="Google Shape;695;p9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9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9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8" name="Google Shape;698;p9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699" name="Google Shape;699;p9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9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9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2" name="Google Shape;702;p9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703" name="Google Shape;703;p9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9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9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6" name="Google Shape;706;p9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707" name="Google Shape;707;p9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9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9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0" name="Google Shape;710;p9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711" name="Google Shape;711;p9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9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9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4" name="Google Shape;714;p9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715" name="Google Shape;715;p9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9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9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8" name="Google Shape;718;p9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719" name="Google Shape;719;p9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9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9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22" name="Google Shape;722;p9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3" name="Google Shape;723;p9"/>
          <p:cNvSpPr txBox="1"/>
          <p:nvPr>
            <p:ph type="title"/>
          </p:nvPr>
        </p:nvSpPr>
        <p:spPr>
          <a:xfrm>
            <a:off x="2851200" y="864152"/>
            <a:ext cx="5284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4" name="Google Shape;724;p9"/>
          <p:cNvSpPr txBox="1"/>
          <p:nvPr>
            <p:ph idx="1" type="subTitle"/>
          </p:nvPr>
        </p:nvSpPr>
        <p:spPr>
          <a:xfrm>
            <a:off x="2851200" y="2025577"/>
            <a:ext cx="5284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27" name="Google Shape;727;p10"/>
          <p:cNvSpPr txBox="1"/>
          <p:nvPr>
            <p:ph type="title"/>
          </p:nvPr>
        </p:nvSpPr>
        <p:spPr>
          <a:xfrm>
            <a:off x="720000" y="3444800"/>
            <a:ext cx="3815400" cy="114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11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730" name="Google Shape;730;p11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731" name="Google Shape;731;p11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11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1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4" name="Google Shape;734;p11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735" name="Google Shape;735;p11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1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1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8" name="Google Shape;738;p11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739" name="Google Shape;739;p11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1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1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2" name="Google Shape;742;p11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743" name="Google Shape;743;p11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1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1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6" name="Google Shape;746;p11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747" name="Google Shape;747;p11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1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1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1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751" name="Google Shape;751;p11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1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1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4" name="Google Shape;754;p11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755" name="Google Shape;755;p11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1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1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8" name="Google Shape;758;p11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759" name="Google Shape;759;p11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1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1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2" name="Google Shape;762;p11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763" name="Google Shape;763;p11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1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11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6" name="Google Shape;766;p11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767" name="Google Shape;767;p11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1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1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11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771" name="Google Shape;771;p11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1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1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1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775" name="Google Shape;775;p11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1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1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11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779" name="Google Shape;779;p11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11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11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11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783" name="Google Shape;783;p11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1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1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1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787" name="Google Shape;787;p11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1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1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0" name="Google Shape;790;p11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791" name="Google Shape;791;p11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1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1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4" name="Google Shape;794;p11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795" name="Google Shape;795;p11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11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1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8" name="Google Shape;798;p11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799" name="Google Shape;799;p11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1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1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1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803" name="Google Shape;803;p11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1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11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6" name="Google Shape;806;p11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807" name="Google Shape;807;p11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1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11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10" name="Google Shape;810;p11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1" name="Google Shape;811;p11"/>
          <p:cNvSpPr txBox="1"/>
          <p:nvPr>
            <p:ph hasCustomPrompt="1" type="title"/>
          </p:nvPr>
        </p:nvSpPr>
        <p:spPr>
          <a:xfrm>
            <a:off x="2041875" y="1726988"/>
            <a:ext cx="5060100" cy="1192200"/>
          </a:xfrm>
          <a:prstGeom prst="rect">
            <a:avLst/>
          </a:prstGeom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12" name="Google Shape;812;p11"/>
          <p:cNvSpPr txBox="1"/>
          <p:nvPr>
            <p:ph idx="1" type="subTitle"/>
          </p:nvPr>
        </p:nvSpPr>
        <p:spPr>
          <a:xfrm>
            <a:off x="2042025" y="2919413"/>
            <a:ext cx="5060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813" name="Google Shape;813;p11"/>
          <p:cNvGrpSpPr/>
          <p:nvPr/>
        </p:nvGrpSpPr>
        <p:grpSpPr>
          <a:xfrm>
            <a:off x="6227327" y="3994352"/>
            <a:ext cx="3810000" cy="1517665"/>
            <a:chOff x="2287428" y="3290125"/>
            <a:chExt cx="7620000" cy="3035331"/>
          </a:xfrm>
        </p:grpSpPr>
        <p:sp>
          <p:nvSpPr>
            <p:cNvPr id="814" name="Google Shape;814;p11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13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821" name="Google Shape;821;p13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822" name="Google Shape;822;p13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3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5" name="Google Shape;825;p13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826" name="Google Shape;826;p13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3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3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9" name="Google Shape;829;p13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830" name="Google Shape;830;p13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3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3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3" name="Google Shape;833;p13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834" name="Google Shape;834;p13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3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3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7" name="Google Shape;837;p13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838" name="Google Shape;838;p13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3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3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1" name="Google Shape;841;p13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842" name="Google Shape;842;p13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3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3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5" name="Google Shape;845;p13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846" name="Google Shape;846;p13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13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3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9" name="Google Shape;849;p13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850" name="Google Shape;850;p13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3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3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3" name="Google Shape;853;p13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854" name="Google Shape;854;p13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13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13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7" name="Google Shape;857;p13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858" name="Google Shape;858;p13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13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13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1" name="Google Shape;861;p13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862" name="Google Shape;862;p13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3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3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5" name="Google Shape;865;p13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866" name="Google Shape;866;p13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3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3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9" name="Google Shape;869;p13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870" name="Google Shape;870;p13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13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13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3" name="Google Shape;873;p13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874" name="Google Shape;874;p13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3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3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7" name="Google Shape;877;p13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878" name="Google Shape;878;p13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3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13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1" name="Google Shape;881;p13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882" name="Google Shape;882;p13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13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13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5" name="Google Shape;885;p13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886" name="Google Shape;886;p13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13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13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9" name="Google Shape;889;p13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890" name="Google Shape;890;p13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3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3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3" name="Google Shape;893;p13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894" name="Google Shape;894;p13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13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13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7" name="Google Shape;897;p13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898" name="Google Shape;898;p13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13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13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01" name="Google Shape;901;p13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2" name="Google Shape;902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03" name="Google Shape;903;p13"/>
          <p:cNvSpPr txBox="1"/>
          <p:nvPr>
            <p:ph idx="1" type="subTitle"/>
          </p:nvPr>
        </p:nvSpPr>
        <p:spPr>
          <a:xfrm>
            <a:off x="720000" y="21067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4" name="Google Shape;904;p13"/>
          <p:cNvSpPr txBox="1"/>
          <p:nvPr>
            <p:ph idx="2" type="subTitle"/>
          </p:nvPr>
        </p:nvSpPr>
        <p:spPr>
          <a:xfrm>
            <a:off x="3419271" y="21067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5" name="Google Shape;905;p13"/>
          <p:cNvSpPr txBox="1"/>
          <p:nvPr>
            <p:ph idx="3" type="subTitle"/>
          </p:nvPr>
        </p:nvSpPr>
        <p:spPr>
          <a:xfrm>
            <a:off x="720000" y="3759151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6" name="Google Shape;906;p13"/>
          <p:cNvSpPr txBox="1"/>
          <p:nvPr>
            <p:ph idx="4" type="subTitle"/>
          </p:nvPr>
        </p:nvSpPr>
        <p:spPr>
          <a:xfrm>
            <a:off x="3419271" y="3759151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7" name="Google Shape;907;p13"/>
          <p:cNvSpPr txBox="1"/>
          <p:nvPr>
            <p:ph idx="5" type="subTitle"/>
          </p:nvPr>
        </p:nvSpPr>
        <p:spPr>
          <a:xfrm>
            <a:off x="6118549" y="21067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8" name="Google Shape;908;p13"/>
          <p:cNvSpPr txBox="1"/>
          <p:nvPr>
            <p:ph idx="6" type="subTitle"/>
          </p:nvPr>
        </p:nvSpPr>
        <p:spPr>
          <a:xfrm>
            <a:off x="6118549" y="3759151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9" name="Google Shape;909;p13"/>
          <p:cNvSpPr txBox="1"/>
          <p:nvPr>
            <p:ph hasCustomPrompt="1" idx="7" type="title"/>
          </p:nvPr>
        </p:nvSpPr>
        <p:spPr>
          <a:xfrm>
            <a:off x="720000" y="1332020"/>
            <a:ext cx="734700" cy="44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0" name="Google Shape;910;p13"/>
          <p:cNvSpPr txBox="1"/>
          <p:nvPr>
            <p:ph hasCustomPrompt="1" idx="8" type="title"/>
          </p:nvPr>
        </p:nvSpPr>
        <p:spPr>
          <a:xfrm>
            <a:off x="720000" y="2988416"/>
            <a:ext cx="734700" cy="44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1" name="Google Shape;911;p13"/>
          <p:cNvSpPr txBox="1"/>
          <p:nvPr>
            <p:ph hasCustomPrompt="1" idx="9" type="title"/>
          </p:nvPr>
        </p:nvSpPr>
        <p:spPr>
          <a:xfrm>
            <a:off x="3419271" y="1332020"/>
            <a:ext cx="734700" cy="44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2" name="Google Shape;912;p13"/>
          <p:cNvSpPr txBox="1"/>
          <p:nvPr>
            <p:ph hasCustomPrompt="1" idx="13" type="title"/>
          </p:nvPr>
        </p:nvSpPr>
        <p:spPr>
          <a:xfrm>
            <a:off x="3419271" y="2988416"/>
            <a:ext cx="734700" cy="44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3" name="Google Shape;913;p13"/>
          <p:cNvSpPr txBox="1"/>
          <p:nvPr>
            <p:ph hasCustomPrompt="1" idx="14" type="title"/>
          </p:nvPr>
        </p:nvSpPr>
        <p:spPr>
          <a:xfrm>
            <a:off x="6118549" y="1332020"/>
            <a:ext cx="734700" cy="44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4" name="Google Shape;914;p13"/>
          <p:cNvSpPr txBox="1"/>
          <p:nvPr>
            <p:ph hasCustomPrompt="1" idx="15" type="title"/>
          </p:nvPr>
        </p:nvSpPr>
        <p:spPr>
          <a:xfrm>
            <a:off x="6118549" y="2988416"/>
            <a:ext cx="734700" cy="44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5" name="Google Shape;915;p13"/>
          <p:cNvSpPr txBox="1"/>
          <p:nvPr>
            <p:ph idx="16" type="subTitle"/>
          </p:nvPr>
        </p:nvSpPr>
        <p:spPr>
          <a:xfrm>
            <a:off x="720000" y="17796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6" name="Google Shape;916;p13"/>
          <p:cNvSpPr txBox="1"/>
          <p:nvPr>
            <p:ph idx="17" type="subTitle"/>
          </p:nvPr>
        </p:nvSpPr>
        <p:spPr>
          <a:xfrm>
            <a:off x="3419271" y="17796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7" name="Google Shape;917;p13"/>
          <p:cNvSpPr txBox="1"/>
          <p:nvPr>
            <p:ph idx="18" type="subTitle"/>
          </p:nvPr>
        </p:nvSpPr>
        <p:spPr>
          <a:xfrm>
            <a:off x="6118549" y="17796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8" name="Google Shape;918;p13"/>
          <p:cNvSpPr txBox="1"/>
          <p:nvPr>
            <p:ph idx="19" type="subTitle"/>
          </p:nvPr>
        </p:nvSpPr>
        <p:spPr>
          <a:xfrm>
            <a:off x="720000" y="34360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9" name="Google Shape;919;p13"/>
          <p:cNvSpPr txBox="1"/>
          <p:nvPr>
            <p:ph idx="20" type="subTitle"/>
          </p:nvPr>
        </p:nvSpPr>
        <p:spPr>
          <a:xfrm>
            <a:off x="3419271" y="34360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0" name="Google Shape;920;p13"/>
          <p:cNvSpPr txBox="1"/>
          <p:nvPr>
            <p:ph idx="21" type="subTitle"/>
          </p:nvPr>
        </p:nvSpPr>
        <p:spPr>
          <a:xfrm>
            <a:off x="6118549" y="34360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921" name="Google Shape;921;p13"/>
          <p:cNvGrpSpPr/>
          <p:nvPr/>
        </p:nvGrpSpPr>
        <p:grpSpPr>
          <a:xfrm>
            <a:off x="-1303200" y="-417548"/>
            <a:ext cx="3810000" cy="1517665"/>
            <a:chOff x="2287428" y="3290125"/>
            <a:chExt cx="7620000" cy="3035331"/>
          </a:xfrm>
        </p:grpSpPr>
        <p:sp>
          <p:nvSpPr>
            <p:cNvPr id="922" name="Google Shape;922;p13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" name="Google Shape;927;p14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928" name="Google Shape;928;p14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929" name="Google Shape;929;p14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14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14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2" name="Google Shape;932;p14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933" name="Google Shape;933;p14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14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14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6" name="Google Shape;936;p14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937" name="Google Shape;937;p14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4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4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0" name="Google Shape;940;p14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941" name="Google Shape;941;p14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4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14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4" name="Google Shape;944;p14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945" name="Google Shape;945;p14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14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14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8" name="Google Shape;948;p14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949" name="Google Shape;949;p14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14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4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2" name="Google Shape;952;p14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953" name="Google Shape;953;p14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14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14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14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957" name="Google Shape;957;p14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14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14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0" name="Google Shape;960;p14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961" name="Google Shape;961;p14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14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14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4" name="Google Shape;964;p14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965" name="Google Shape;965;p14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14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14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8" name="Google Shape;968;p14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969" name="Google Shape;969;p14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4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14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2" name="Google Shape;972;p14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973" name="Google Shape;973;p14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4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4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6" name="Google Shape;976;p14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977" name="Google Shape;977;p14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4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4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0" name="Google Shape;980;p14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981" name="Google Shape;981;p14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4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4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4" name="Google Shape;984;p14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985" name="Google Shape;985;p14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14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14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8" name="Google Shape;988;p14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989" name="Google Shape;989;p14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14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14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2" name="Google Shape;992;p14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993" name="Google Shape;993;p14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4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4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6" name="Google Shape;996;p14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997" name="Google Shape;997;p14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14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14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0" name="Google Shape;1000;p14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001" name="Google Shape;1001;p14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14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4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4" name="Google Shape;1004;p14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005" name="Google Shape;1005;p14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14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14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008" name="Google Shape;1008;p14"/>
          <p:cNvPicPr preferRelativeResize="0"/>
          <p:nvPr/>
        </p:nvPicPr>
        <p:blipFill rotWithShape="1">
          <a:blip r:embed="rId2">
            <a:alphaModFix/>
          </a:blip>
          <a:srcRect b="11855" l="0" r="0" t="0"/>
          <a:stretch/>
        </p:blipFill>
        <p:spPr>
          <a:xfrm>
            <a:off x="4954750" y="3176625"/>
            <a:ext cx="4190450" cy="19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14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0" name="Google Shape;1010;p14"/>
          <p:cNvSpPr txBox="1"/>
          <p:nvPr>
            <p:ph type="title"/>
          </p:nvPr>
        </p:nvSpPr>
        <p:spPr>
          <a:xfrm>
            <a:off x="2714313" y="3100300"/>
            <a:ext cx="53784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11" name="Google Shape;1011;p14"/>
          <p:cNvSpPr txBox="1"/>
          <p:nvPr>
            <p:ph idx="1" type="subTitle"/>
          </p:nvPr>
        </p:nvSpPr>
        <p:spPr>
          <a:xfrm>
            <a:off x="1051288" y="1126425"/>
            <a:ext cx="70413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012" name="Google Shape;1012;p14"/>
          <p:cNvGrpSpPr/>
          <p:nvPr/>
        </p:nvGrpSpPr>
        <p:grpSpPr>
          <a:xfrm flipH="1" rot="-5400000">
            <a:off x="-1252832" y="-316537"/>
            <a:ext cx="3810000" cy="1517665"/>
            <a:chOff x="2287428" y="3290125"/>
            <a:chExt cx="7620000" cy="3035331"/>
          </a:xfrm>
        </p:grpSpPr>
        <p:sp>
          <p:nvSpPr>
            <p:cNvPr id="1013" name="Google Shape;1013;p14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14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14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14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8" name="Google Shape;1018;p15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019" name="Google Shape;1019;p15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020" name="Google Shape;1020;p15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15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15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3" name="Google Shape;1023;p15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024" name="Google Shape;1024;p15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5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15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7" name="Google Shape;1027;p15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028" name="Google Shape;1028;p15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15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15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1" name="Google Shape;1031;p15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032" name="Google Shape;1032;p15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15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15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5" name="Google Shape;1035;p15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036" name="Google Shape;1036;p15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15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15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9" name="Google Shape;1039;p15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040" name="Google Shape;1040;p15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15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15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3" name="Google Shape;1043;p15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044" name="Google Shape;1044;p15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15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15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7" name="Google Shape;1047;p15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048" name="Google Shape;1048;p15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15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15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1" name="Google Shape;1051;p15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052" name="Google Shape;1052;p15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15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15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5" name="Google Shape;1055;p15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056" name="Google Shape;1056;p15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15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15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9" name="Google Shape;1059;p15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060" name="Google Shape;1060;p15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15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15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3" name="Google Shape;1063;p15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064" name="Google Shape;1064;p15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15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15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7" name="Google Shape;1067;p15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068" name="Google Shape;1068;p15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15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15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1" name="Google Shape;1071;p15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072" name="Google Shape;1072;p15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15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15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5" name="Google Shape;1075;p15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076" name="Google Shape;1076;p15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15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15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9" name="Google Shape;1079;p15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080" name="Google Shape;1080;p15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15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15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3" name="Google Shape;1083;p15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084" name="Google Shape;1084;p15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15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15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7" name="Google Shape;1087;p15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088" name="Google Shape;1088;p15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15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15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1" name="Google Shape;1091;p15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092" name="Google Shape;1092;p15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15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15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5" name="Google Shape;1095;p15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096" name="Google Shape;1096;p15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15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15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99" name="Google Shape;1099;p15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0" name="Google Shape;1100;p1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1101" name="Google Shape;1101;p15"/>
          <p:cNvGrpSpPr/>
          <p:nvPr/>
        </p:nvGrpSpPr>
        <p:grpSpPr>
          <a:xfrm>
            <a:off x="6227327" y="3994352"/>
            <a:ext cx="3810000" cy="1517665"/>
            <a:chOff x="2287428" y="3290125"/>
            <a:chExt cx="7620000" cy="3035331"/>
          </a:xfrm>
        </p:grpSpPr>
        <p:sp>
          <p:nvSpPr>
            <p:cNvPr id="1102" name="Google Shape;1102;p15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15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15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15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7" name="Google Shape;1107;p16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108" name="Google Shape;1108;p16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109" name="Google Shape;1109;p16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16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16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2" name="Google Shape;1112;p16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113" name="Google Shape;1113;p16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16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16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6" name="Google Shape;1116;p16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117" name="Google Shape;1117;p16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16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16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0" name="Google Shape;1120;p16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121" name="Google Shape;1121;p16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16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16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4" name="Google Shape;1124;p16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125" name="Google Shape;1125;p16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16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16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8" name="Google Shape;1128;p16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129" name="Google Shape;1129;p16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16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16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2" name="Google Shape;1132;p16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133" name="Google Shape;1133;p16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16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16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6" name="Google Shape;1136;p16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137" name="Google Shape;1137;p16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16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6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0" name="Google Shape;1140;p16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141" name="Google Shape;1141;p16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16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16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4" name="Google Shape;1144;p16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145" name="Google Shape;1145;p16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16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16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8" name="Google Shape;1148;p16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149" name="Google Shape;1149;p16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16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16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2" name="Google Shape;1152;p16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153" name="Google Shape;1153;p16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16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16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6" name="Google Shape;1156;p16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157" name="Google Shape;1157;p16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16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16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0" name="Google Shape;1160;p16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161" name="Google Shape;1161;p16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16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16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4" name="Google Shape;1164;p16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165" name="Google Shape;1165;p16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16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16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8" name="Google Shape;1168;p16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169" name="Google Shape;1169;p16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16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16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2" name="Google Shape;1172;p16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173" name="Google Shape;1173;p16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16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16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6" name="Google Shape;1176;p16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177" name="Google Shape;1177;p16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16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16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0" name="Google Shape;1180;p16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181" name="Google Shape;1181;p16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6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6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4" name="Google Shape;1184;p16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185" name="Google Shape;1185;p16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6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16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88" name="Google Shape;1188;p16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9" name="Google Shape;1189;p1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1190" name="Google Shape;1190;p16"/>
          <p:cNvGrpSpPr/>
          <p:nvPr/>
        </p:nvGrpSpPr>
        <p:grpSpPr>
          <a:xfrm flipH="1">
            <a:off x="-1294200" y="3559212"/>
            <a:ext cx="3810000" cy="2254900"/>
            <a:chOff x="2287428" y="526446"/>
            <a:chExt cx="7620000" cy="4509801"/>
          </a:xfrm>
        </p:grpSpPr>
        <p:sp>
          <p:nvSpPr>
            <p:cNvPr id="1191" name="Google Shape;1191;p16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16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16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16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16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oogle Shape;1200;p17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201" name="Google Shape;1201;p17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202" name="Google Shape;1202;p17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17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17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5" name="Google Shape;1205;p17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206" name="Google Shape;1206;p17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17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17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9" name="Google Shape;1209;p17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210" name="Google Shape;1210;p17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17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17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3" name="Google Shape;1213;p17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214" name="Google Shape;1214;p17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17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17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7" name="Google Shape;1217;p17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218" name="Google Shape;1218;p17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17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17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1" name="Google Shape;1221;p17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222" name="Google Shape;1222;p17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17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17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5" name="Google Shape;1225;p17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226" name="Google Shape;1226;p17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17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17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9" name="Google Shape;1229;p17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230" name="Google Shape;1230;p17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7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17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3" name="Google Shape;1233;p17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234" name="Google Shape;1234;p17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17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17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7" name="Google Shape;1237;p17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238" name="Google Shape;1238;p17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17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17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1" name="Google Shape;1241;p17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242" name="Google Shape;1242;p17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17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17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5" name="Google Shape;1245;p17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246" name="Google Shape;1246;p17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17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17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9" name="Google Shape;1249;p17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250" name="Google Shape;1250;p17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17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17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3" name="Google Shape;1253;p17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254" name="Google Shape;1254;p17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17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17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7" name="Google Shape;1257;p17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258" name="Google Shape;1258;p17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17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17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1" name="Google Shape;1261;p17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262" name="Google Shape;1262;p17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17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17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5" name="Google Shape;1265;p17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266" name="Google Shape;1266;p17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7" name="Google Shape;1267;p17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p17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9" name="Google Shape;1269;p17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270" name="Google Shape;1270;p17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7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17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3" name="Google Shape;1273;p17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274" name="Google Shape;1274;p17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17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17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7" name="Google Shape;1277;p17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278" name="Google Shape;1278;p17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17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17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81" name="Google Shape;1281;p17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2" name="Google Shape;1282;p1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1283" name="Google Shape;1283;p17"/>
          <p:cNvGrpSpPr/>
          <p:nvPr/>
        </p:nvGrpSpPr>
        <p:grpSpPr>
          <a:xfrm>
            <a:off x="-1303200" y="-417548"/>
            <a:ext cx="3810000" cy="1517665"/>
            <a:chOff x="2287428" y="3290125"/>
            <a:chExt cx="7620000" cy="3035331"/>
          </a:xfrm>
        </p:grpSpPr>
        <p:sp>
          <p:nvSpPr>
            <p:cNvPr id="1284" name="Google Shape;1284;p17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17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17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17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9" name="Google Shape;1289;p18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290" name="Google Shape;1290;p18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291" name="Google Shape;1291;p18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18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18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4" name="Google Shape;1294;p18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295" name="Google Shape;1295;p18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18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18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8" name="Google Shape;1298;p18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299" name="Google Shape;1299;p18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18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8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2" name="Google Shape;1302;p18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303" name="Google Shape;1303;p18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18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8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6" name="Google Shape;1306;p18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307" name="Google Shape;1307;p18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18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18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0" name="Google Shape;1310;p18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311" name="Google Shape;1311;p18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18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18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4" name="Google Shape;1314;p18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315" name="Google Shape;1315;p18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18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8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8" name="Google Shape;1318;p18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319" name="Google Shape;1319;p18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18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8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2" name="Google Shape;1322;p18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323" name="Google Shape;1323;p18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18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8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6" name="Google Shape;1326;p18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327" name="Google Shape;1327;p18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8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8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0" name="Google Shape;1330;p18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331" name="Google Shape;1331;p18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8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8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4" name="Google Shape;1334;p18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335" name="Google Shape;1335;p18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8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8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8" name="Google Shape;1338;p18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339" name="Google Shape;1339;p18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8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8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2" name="Google Shape;1342;p18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343" name="Google Shape;1343;p18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18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18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6" name="Google Shape;1346;p18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347" name="Google Shape;1347;p18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18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18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0" name="Google Shape;1350;p18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351" name="Google Shape;1351;p18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18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18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4" name="Google Shape;1354;p18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355" name="Google Shape;1355;p18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18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18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8" name="Google Shape;1358;p18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359" name="Google Shape;1359;p18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18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18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2" name="Google Shape;1362;p18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363" name="Google Shape;1363;p18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18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18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6" name="Google Shape;1366;p18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367" name="Google Shape;1367;p18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18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18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70" name="Google Shape;1370;p18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71" name="Google Shape;1371;p18"/>
          <p:cNvGrpSpPr/>
          <p:nvPr/>
        </p:nvGrpSpPr>
        <p:grpSpPr>
          <a:xfrm flipH="1">
            <a:off x="7060800" y="-511750"/>
            <a:ext cx="3810000" cy="2254900"/>
            <a:chOff x="2287428" y="526446"/>
            <a:chExt cx="7620000" cy="4509801"/>
          </a:xfrm>
        </p:grpSpPr>
        <p:sp>
          <p:nvSpPr>
            <p:cNvPr id="1372" name="Google Shape;1372;p18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18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8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18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18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18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18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18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0" name="Google Shape;1380;p18"/>
          <p:cNvSpPr txBox="1"/>
          <p:nvPr>
            <p:ph type="title"/>
          </p:nvPr>
        </p:nvSpPr>
        <p:spPr>
          <a:xfrm>
            <a:off x="905025" y="1208575"/>
            <a:ext cx="3837600" cy="17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81" name="Google Shape;1381;p18"/>
          <p:cNvSpPr txBox="1"/>
          <p:nvPr>
            <p:ph idx="1" type="subTitle"/>
          </p:nvPr>
        </p:nvSpPr>
        <p:spPr>
          <a:xfrm>
            <a:off x="905025" y="2986325"/>
            <a:ext cx="38376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2" name="Google Shape;1382;p18"/>
          <p:cNvSpPr/>
          <p:nvPr>
            <p:ph idx="2" type="pic"/>
          </p:nvPr>
        </p:nvSpPr>
        <p:spPr>
          <a:xfrm>
            <a:off x="5252750" y="1153475"/>
            <a:ext cx="2910000" cy="283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4" name="Google Shape;1384;p19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385" name="Google Shape;1385;p19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386" name="Google Shape;1386;p19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19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19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9" name="Google Shape;1389;p19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390" name="Google Shape;1390;p19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19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19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3" name="Google Shape;1393;p19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394" name="Google Shape;1394;p19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19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19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7" name="Google Shape;1397;p19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398" name="Google Shape;1398;p19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19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19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1" name="Google Shape;1401;p19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402" name="Google Shape;1402;p19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19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19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5" name="Google Shape;1405;p19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406" name="Google Shape;1406;p19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19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8" name="Google Shape;1408;p19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9" name="Google Shape;1409;p19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410" name="Google Shape;1410;p19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19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19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3" name="Google Shape;1413;p19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414" name="Google Shape;1414;p19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19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19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7" name="Google Shape;1417;p19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418" name="Google Shape;1418;p19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19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19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1" name="Google Shape;1421;p19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422" name="Google Shape;1422;p19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19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19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5" name="Google Shape;1425;p19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426" name="Google Shape;1426;p19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19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19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9" name="Google Shape;1429;p19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430" name="Google Shape;1430;p19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19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19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3" name="Google Shape;1433;p19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434" name="Google Shape;1434;p19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19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19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7" name="Google Shape;1437;p19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438" name="Google Shape;1438;p19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19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19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1" name="Google Shape;1441;p19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442" name="Google Shape;1442;p19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19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19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5" name="Google Shape;1445;p19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446" name="Google Shape;1446;p19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19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19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9" name="Google Shape;1449;p19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450" name="Google Shape;1450;p19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19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19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3" name="Google Shape;1453;p19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454" name="Google Shape;1454;p19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19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19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7" name="Google Shape;1457;p19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458" name="Google Shape;1458;p19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19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19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1" name="Google Shape;1461;p19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462" name="Google Shape;1462;p19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19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19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5" name="Google Shape;1465;p19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66" name="Google Shape;1466;p19"/>
          <p:cNvGrpSpPr/>
          <p:nvPr/>
        </p:nvGrpSpPr>
        <p:grpSpPr>
          <a:xfrm flipH="1">
            <a:off x="7060800" y="-511750"/>
            <a:ext cx="3810000" cy="2254900"/>
            <a:chOff x="2287428" y="526446"/>
            <a:chExt cx="7620000" cy="4509801"/>
          </a:xfrm>
        </p:grpSpPr>
        <p:sp>
          <p:nvSpPr>
            <p:cNvPr id="1467" name="Google Shape;1467;p19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9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19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19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19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19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19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19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5" name="Google Shape;1475;p19"/>
          <p:cNvSpPr txBox="1"/>
          <p:nvPr>
            <p:ph type="title"/>
          </p:nvPr>
        </p:nvSpPr>
        <p:spPr>
          <a:xfrm>
            <a:off x="5053675" y="1501200"/>
            <a:ext cx="30723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76" name="Google Shape;1476;p19"/>
          <p:cNvSpPr txBox="1"/>
          <p:nvPr>
            <p:ph idx="1" type="subTitle"/>
          </p:nvPr>
        </p:nvSpPr>
        <p:spPr>
          <a:xfrm>
            <a:off x="5053675" y="2571750"/>
            <a:ext cx="30723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478;p20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479" name="Google Shape;1479;p20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480" name="Google Shape;1480;p20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20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20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3" name="Google Shape;1483;p20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484" name="Google Shape;1484;p20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20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6" name="Google Shape;1486;p20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7" name="Google Shape;1487;p20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488" name="Google Shape;1488;p20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20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20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1" name="Google Shape;1491;p20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492" name="Google Shape;1492;p20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20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20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5" name="Google Shape;1495;p20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496" name="Google Shape;1496;p20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20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20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9" name="Google Shape;1499;p20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500" name="Google Shape;1500;p20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20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20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3" name="Google Shape;1503;p20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504" name="Google Shape;1504;p20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20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20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7" name="Google Shape;1507;p20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508" name="Google Shape;1508;p20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9" name="Google Shape;1509;p20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20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1" name="Google Shape;1511;p20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512" name="Google Shape;1512;p20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3" name="Google Shape;1513;p20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4" name="Google Shape;1514;p20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5" name="Google Shape;1515;p20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516" name="Google Shape;1516;p20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20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20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9" name="Google Shape;1519;p20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520" name="Google Shape;1520;p20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20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2" name="Google Shape;1522;p20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3" name="Google Shape;1523;p20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524" name="Google Shape;1524;p20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20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20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7" name="Google Shape;1527;p20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528" name="Google Shape;1528;p20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20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20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1" name="Google Shape;1531;p20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532" name="Google Shape;1532;p20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20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0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5" name="Google Shape;1535;p20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536" name="Google Shape;1536;p20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20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20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9" name="Google Shape;1539;p20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540" name="Google Shape;1540;p20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20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20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3" name="Google Shape;1543;p20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544" name="Google Shape;1544;p20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20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20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7" name="Google Shape;1547;p20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548" name="Google Shape;1548;p20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20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20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1" name="Google Shape;1551;p20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552" name="Google Shape;1552;p20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20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20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5" name="Google Shape;1555;p20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556" name="Google Shape;1556;p20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20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20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59" name="Google Shape;1559;p20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60" name="Google Shape;1560;p20"/>
          <p:cNvGrpSpPr/>
          <p:nvPr/>
        </p:nvGrpSpPr>
        <p:grpSpPr>
          <a:xfrm>
            <a:off x="-1303200" y="-417548"/>
            <a:ext cx="3810000" cy="1517665"/>
            <a:chOff x="2287428" y="3290125"/>
            <a:chExt cx="7620000" cy="3035331"/>
          </a:xfrm>
        </p:grpSpPr>
        <p:sp>
          <p:nvSpPr>
            <p:cNvPr id="1561" name="Google Shape;1561;p20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20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20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20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5" name="Google Shape;1565;p20"/>
          <p:cNvSpPr txBox="1"/>
          <p:nvPr>
            <p:ph type="title"/>
          </p:nvPr>
        </p:nvSpPr>
        <p:spPr>
          <a:xfrm>
            <a:off x="941825" y="1501200"/>
            <a:ext cx="30723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66" name="Google Shape;1566;p20"/>
          <p:cNvSpPr txBox="1"/>
          <p:nvPr>
            <p:ph idx="1" type="subTitle"/>
          </p:nvPr>
        </p:nvSpPr>
        <p:spPr>
          <a:xfrm>
            <a:off x="941971" y="2562000"/>
            <a:ext cx="30723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1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569" name="Google Shape;1569;p21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570" name="Google Shape;1570;p21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21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21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3" name="Google Shape;1573;p21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574" name="Google Shape;1574;p21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21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21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7" name="Google Shape;1577;p21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578" name="Google Shape;1578;p21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1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1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1" name="Google Shape;1581;p21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582" name="Google Shape;1582;p21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21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21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5" name="Google Shape;1585;p21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586" name="Google Shape;1586;p21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21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21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9" name="Google Shape;1589;p21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590" name="Google Shape;1590;p21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21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21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3" name="Google Shape;1593;p21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594" name="Google Shape;1594;p21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5" name="Google Shape;1595;p21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21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7" name="Google Shape;1597;p21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598" name="Google Shape;1598;p21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21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21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1" name="Google Shape;1601;p21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602" name="Google Shape;1602;p21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21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21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5" name="Google Shape;1605;p21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606" name="Google Shape;1606;p21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21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21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9" name="Google Shape;1609;p21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610" name="Google Shape;1610;p21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21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21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3" name="Google Shape;1613;p21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614" name="Google Shape;1614;p21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21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21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7" name="Google Shape;1617;p21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618" name="Google Shape;1618;p21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21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0" name="Google Shape;1620;p21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1" name="Google Shape;1621;p21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622" name="Google Shape;1622;p21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21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21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5" name="Google Shape;1625;p21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626" name="Google Shape;1626;p21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21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8" name="Google Shape;1628;p21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9" name="Google Shape;1629;p21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630" name="Google Shape;1630;p21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21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21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3" name="Google Shape;1633;p21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634" name="Google Shape;1634;p21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21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6" name="Google Shape;1636;p21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7" name="Google Shape;1637;p21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638" name="Google Shape;1638;p21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21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21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1" name="Google Shape;1641;p21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642" name="Google Shape;1642;p21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21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21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5" name="Google Shape;1645;p21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646" name="Google Shape;1646;p21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1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21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9" name="Google Shape;1649;p21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650" name="Google Shape;1650;p21"/>
          <p:cNvGrpSpPr/>
          <p:nvPr/>
        </p:nvGrpSpPr>
        <p:grpSpPr>
          <a:xfrm flipH="1">
            <a:off x="7060800" y="-511750"/>
            <a:ext cx="3810000" cy="2254900"/>
            <a:chOff x="2287428" y="526446"/>
            <a:chExt cx="7620000" cy="4509801"/>
          </a:xfrm>
        </p:grpSpPr>
        <p:sp>
          <p:nvSpPr>
            <p:cNvPr id="1651" name="Google Shape;1651;p21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21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21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21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21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21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21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21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9" name="Google Shape;1659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60" name="Google Shape;1660;p21"/>
          <p:cNvSpPr txBox="1"/>
          <p:nvPr>
            <p:ph idx="1" type="body"/>
          </p:nvPr>
        </p:nvSpPr>
        <p:spPr>
          <a:xfrm>
            <a:off x="720000" y="1139550"/>
            <a:ext cx="77040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"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2" name="Google Shape;1662;p22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663" name="Google Shape;1663;p22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664" name="Google Shape;1664;p22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22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22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7" name="Google Shape;1667;p22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668" name="Google Shape;1668;p22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22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22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1" name="Google Shape;1671;p22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672" name="Google Shape;1672;p22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22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22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5" name="Google Shape;1675;p22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676" name="Google Shape;1676;p22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22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22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9" name="Google Shape;1679;p22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680" name="Google Shape;1680;p22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1" name="Google Shape;1681;p22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22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3" name="Google Shape;1683;p22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684" name="Google Shape;1684;p22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2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2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7" name="Google Shape;1687;p22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688" name="Google Shape;1688;p22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22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2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1" name="Google Shape;1691;p22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692" name="Google Shape;1692;p22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2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2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5" name="Google Shape;1695;p22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696" name="Google Shape;1696;p22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22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22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9" name="Google Shape;1699;p22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700" name="Google Shape;1700;p22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22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22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3" name="Google Shape;1703;p22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704" name="Google Shape;1704;p22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22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2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7" name="Google Shape;1707;p22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708" name="Google Shape;1708;p22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2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22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1" name="Google Shape;1711;p22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712" name="Google Shape;1712;p22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1713;p22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22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5" name="Google Shape;1715;p22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716" name="Google Shape;1716;p22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22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22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9" name="Google Shape;1719;p22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720" name="Google Shape;1720;p22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22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22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3" name="Google Shape;1723;p22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724" name="Google Shape;1724;p22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22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22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7" name="Google Shape;1727;p22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728" name="Google Shape;1728;p22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1729;p22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22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1" name="Google Shape;1731;p22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732" name="Google Shape;1732;p22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22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1734;p22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5" name="Google Shape;1735;p22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736" name="Google Shape;1736;p22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22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1738;p22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9" name="Google Shape;1739;p22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740" name="Google Shape;1740;p22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1741;p22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1742;p22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43" name="Google Shape;1743;p22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4" name="Google Shape;1744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45" name="Google Shape;1745;p22"/>
          <p:cNvSpPr txBox="1"/>
          <p:nvPr>
            <p:ph idx="1" type="body"/>
          </p:nvPr>
        </p:nvSpPr>
        <p:spPr>
          <a:xfrm>
            <a:off x="720000" y="1139550"/>
            <a:ext cx="7704000" cy="32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746" name="Google Shape;1746;p22"/>
          <p:cNvGrpSpPr/>
          <p:nvPr/>
        </p:nvGrpSpPr>
        <p:grpSpPr>
          <a:xfrm>
            <a:off x="6227327" y="3994352"/>
            <a:ext cx="3810000" cy="1517665"/>
            <a:chOff x="2287428" y="3290125"/>
            <a:chExt cx="7620000" cy="3035331"/>
          </a:xfrm>
        </p:grpSpPr>
        <p:sp>
          <p:nvSpPr>
            <p:cNvPr id="1747" name="Google Shape;1747;p22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2" name="Google Shape;1752;p23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753" name="Google Shape;1753;p23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754" name="Google Shape;1754;p23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1755;p23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23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7" name="Google Shape;1757;p23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758" name="Google Shape;1758;p23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23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23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1" name="Google Shape;1761;p23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762" name="Google Shape;1762;p23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23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23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5" name="Google Shape;1765;p23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766" name="Google Shape;1766;p23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1767;p23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1768;p23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9" name="Google Shape;1769;p23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770" name="Google Shape;1770;p23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23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23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3" name="Google Shape;1773;p23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774" name="Google Shape;1774;p23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23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23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7" name="Google Shape;1777;p23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778" name="Google Shape;1778;p23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23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23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1" name="Google Shape;1781;p23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782" name="Google Shape;1782;p23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23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4" name="Google Shape;1784;p23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5" name="Google Shape;1785;p23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786" name="Google Shape;1786;p23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1787;p23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1788;p23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9" name="Google Shape;1789;p23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790" name="Google Shape;1790;p23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23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23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3" name="Google Shape;1793;p23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794" name="Google Shape;1794;p23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23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23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7" name="Google Shape;1797;p23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798" name="Google Shape;1798;p23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23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23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1" name="Google Shape;1801;p23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802" name="Google Shape;1802;p23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23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23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5" name="Google Shape;1805;p23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806" name="Google Shape;1806;p23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23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23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9" name="Google Shape;1809;p23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810" name="Google Shape;1810;p23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23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2" name="Google Shape;1812;p23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3" name="Google Shape;1813;p23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814" name="Google Shape;1814;p23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5" name="Google Shape;1815;p23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6" name="Google Shape;1816;p23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7" name="Google Shape;1817;p23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818" name="Google Shape;1818;p23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23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0" name="Google Shape;1820;p23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1" name="Google Shape;1821;p23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822" name="Google Shape;1822;p23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3" name="Google Shape;1823;p23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23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5" name="Google Shape;1825;p23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826" name="Google Shape;1826;p23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23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23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9" name="Google Shape;1829;p23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830" name="Google Shape;1830;p23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23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23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33" name="Google Shape;1833;p23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834" name="Google Shape;1834;p23"/>
          <p:cNvGrpSpPr/>
          <p:nvPr/>
        </p:nvGrpSpPr>
        <p:grpSpPr>
          <a:xfrm flipH="1">
            <a:off x="-1294200" y="3559212"/>
            <a:ext cx="3810000" cy="2254900"/>
            <a:chOff x="2287428" y="526446"/>
            <a:chExt cx="7620000" cy="4509801"/>
          </a:xfrm>
        </p:grpSpPr>
        <p:sp>
          <p:nvSpPr>
            <p:cNvPr id="1835" name="Google Shape;1835;p23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23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23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23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23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3" name="Google Shape;1843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44" name="Google Shape;1844;p23"/>
          <p:cNvSpPr txBox="1"/>
          <p:nvPr>
            <p:ph idx="1" type="subTitle"/>
          </p:nvPr>
        </p:nvSpPr>
        <p:spPr>
          <a:xfrm>
            <a:off x="4935348" y="2904625"/>
            <a:ext cx="2732700" cy="11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5" name="Google Shape;1845;p23"/>
          <p:cNvSpPr txBox="1"/>
          <p:nvPr>
            <p:ph idx="2" type="subTitle"/>
          </p:nvPr>
        </p:nvSpPr>
        <p:spPr>
          <a:xfrm>
            <a:off x="1475948" y="2904625"/>
            <a:ext cx="2732700" cy="11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6" name="Google Shape;1846;p23"/>
          <p:cNvSpPr txBox="1"/>
          <p:nvPr>
            <p:ph idx="3" type="subTitle"/>
          </p:nvPr>
        </p:nvSpPr>
        <p:spPr>
          <a:xfrm>
            <a:off x="1475948" y="2345725"/>
            <a:ext cx="2732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47" name="Google Shape;1847;p23"/>
          <p:cNvSpPr txBox="1"/>
          <p:nvPr>
            <p:ph idx="4" type="subTitle"/>
          </p:nvPr>
        </p:nvSpPr>
        <p:spPr>
          <a:xfrm>
            <a:off x="4935352" y="2345725"/>
            <a:ext cx="2732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9" name="Google Shape;1849;p24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850" name="Google Shape;1850;p24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851" name="Google Shape;1851;p24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24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24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4" name="Google Shape;1854;p24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855" name="Google Shape;1855;p24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6" name="Google Shape;1856;p24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7" name="Google Shape;1857;p24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8" name="Google Shape;1858;p24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859" name="Google Shape;1859;p24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24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24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2" name="Google Shape;1862;p24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863" name="Google Shape;1863;p24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24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24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6" name="Google Shape;1866;p24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867" name="Google Shape;1867;p24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8" name="Google Shape;1868;p24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24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0" name="Google Shape;1870;p24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871" name="Google Shape;1871;p24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24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24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4" name="Google Shape;1874;p24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875" name="Google Shape;1875;p24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24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24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8" name="Google Shape;1878;p24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879" name="Google Shape;1879;p24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24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24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2" name="Google Shape;1882;p24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883" name="Google Shape;1883;p24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24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24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6" name="Google Shape;1886;p24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887" name="Google Shape;1887;p24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24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24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0" name="Google Shape;1890;p24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891" name="Google Shape;1891;p24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24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24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4" name="Google Shape;1894;p24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895" name="Google Shape;1895;p24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24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24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8" name="Google Shape;1898;p24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899" name="Google Shape;1899;p24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24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24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2" name="Google Shape;1902;p24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903" name="Google Shape;1903;p24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24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24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6" name="Google Shape;1906;p24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1907" name="Google Shape;1907;p24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24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24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0" name="Google Shape;1910;p24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1911" name="Google Shape;1911;p24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24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24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4" name="Google Shape;1914;p24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1915" name="Google Shape;1915;p24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6" name="Google Shape;1916;p24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24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8" name="Google Shape;1918;p24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1919" name="Google Shape;1919;p24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24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24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2" name="Google Shape;1922;p24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1923" name="Google Shape;1923;p24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24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24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6" name="Google Shape;1926;p24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1927" name="Google Shape;1927;p24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24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24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30" name="Google Shape;1930;p24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1" name="Google Shape;1931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32" name="Google Shape;1932;p24"/>
          <p:cNvSpPr txBox="1"/>
          <p:nvPr>
            <p:ph idx="1" type="subTitle"/>
          </p:nvPr>
        </p:nvSpPr>
        <p:spPr>
          <a:xfrm>
            <a:off x="4832040" y="1667625"/>
            <a:ext cx="3254100" cy="24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3" name="Google Shape;1933;p24"/>
          <p:cNvSpPr txBox="1"/>
          <p:nvPr>
            <p:ph idx="2" type="subTitle"/>
          </p:nvPr>
        </p:nvSpPr>
        <p:spPr>
          <a:xfrm>
            <a:off x="1057860" y="1667625"/>
            <a:ext cx="3254100" cy="24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34" name="Google Shape;1934;p24"/>
          <p:cNvGrpSpPr/>
          <p:nvPr/>
        </p:nvGrpSpPr>
        <p:grpSpPr>
          <a:xfrm flipH="1">
            <a:off x="7060800" y="-511750"/>
            <a:ext cx="3810000" cy="2254900"/>
            <a:chOff x="2287428" y="526446"/>
            <a:chExt cx="7620000" cy="4509801"/>
          </a:xfrm>
        </p:grpSpPr>
        <p:sp>
          <p:nvSpPr>
            <p:cNvPr id="1935" name="Google Shape;1935;p24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24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24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24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24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24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24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24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4" name="Google Shape;1944;p25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1945" name="Google Shape;1945;p25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1946" name="Google Shape;1946;p25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25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25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9" name="Google Shape;1949;p25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1950" name="Google Shape;1950;p25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1" name="Google Shape;1951;p25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2" name="Google Shape;1952;p25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53" name="Google Shape;1953;p25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1954" name="Google Shape;1954;p25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5" name="Google Shape;1955;p25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25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57" name="Google Shape;1957;p25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1958" name="Google Shape;1958;p25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9" name="Google Shape;1959;p25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0" name="Google Shape;1960;p25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1" name="Google Shape;1961;p25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1962" name="Google Shape;1962;p25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3" name="Google Shape;1963;p25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4" name="Google Shape;1964;p25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5" name="Google Shape;1965;p25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1966" name="Google Shape;1966;p25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7" name="Google Shape;1967;p25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8" name="Google Shape;1968;p25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9" name="Google Shape;1969;p25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1970" name="Google Shape;1970;p25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1" name="Google Shape;1971;p25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972;p25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3" name="Google Shape;1973;p25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1974" name="Google Shape;1974;p25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25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25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7" name="Google Shape;1977;p25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1978" name="Google Shape;1978;p25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9" name="Google Shape;1979;p25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980;p25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1" name="Google Shape;1981;p25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1982" name="Google Shape;1982;p25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3" name="Google Shape;1983;p25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4" name="Google Shape;1984;p25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5" name="Google Shape;1985;p25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1986" name="Google Shape;1986;p25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7" name="Google Shape;1987;p25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8" name="Google Shape;1988;p25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9" name="Google Shape;1989;p25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1990" name="Google Shape;1990;p25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1" name="Google Shape;1991;p25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2" name="Google Shape;1992;p25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3" name="Google Shape;1993;p25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1994" name="Google Shape;1994;p25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5" name="Google Shape;1995;p25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6" name="Google Shape;1996;p25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7" name="Google Shape;1997;p25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1998" name="Google Shape;1998;p25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9" name="Google Shape;1999;p25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0" name="Google Shape;2000;p25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1" name="Google Shape;2001;p25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002" name="Google Shape;2002;p25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3" name="Google Shape;2003;p25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4" name="Google Shape;2004;p25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5" name="Google Shape;2005;p25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006" name="Google Shape;2006;p25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7" name="Google Shape;2007;p25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8" name="Google Shape;2008;p25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9" name="Google Shape;2009;p25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010" name="Google Shape;2010;p25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1" name="Google Shape;2011;p25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2012;p25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3" name="Google Shape;2013;p25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014" name="Google Shape;2014;p25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25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6" name="Google Shape;2016;p25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7" name="Google Shape;2017;p25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018" name="Google Shape;2018;p25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2019;p25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25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1" name="Google Shape;2021;p25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022" name="Google Shape;2022;p25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25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25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25" name="Google Shape;2025;p25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6" name="Google Shape;2026;p2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27" name="Google Shape;2027;p25"/>
          <p:cNvSpPr txBox="1"/>
          <p:nvPr>
            <p:ph idx="1" type="subTitle"/>
          </p:nvPr>
        </p:nvSpPr>
        <p:spPr>
          <a:xfrm>
            <a:off x="828825" y="2904626"/>
            <a:ext cx="2240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8" name="Google Shape;2028;p25"/>
          <p:cNvSpPr txBox="1"/>
          <p:nvPr>
            <p:ph idx="2" type="subTitle"/>
          </p:nvPr>
        </p:nvSpPr>
        <p:spPr>
          <a:xfrm>
            <a:off x="3451795" y="2904626"/>
            <a:ext cx="2240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9" name="Google Shape;2029;p25"/>
          <p:cNvSpPr txBox="1"/>
          <p:nvPr>
            <p:ph idx="3" type="subTitle"/>
          </p:nvPr>
        </p:nvSpPr>
        <p:spPr>
          <a:xfrm>
            <a:off x="6074772" y="2904626"/>
            <a:ext cx="2240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0" name="Google Shape;2030;p25"/>
          <p:cNvSpPr txBox="1"/>
          <p:nvPr>
            <p:ph idx="4" type="subTitle"/>
          </p:nvPr>
        </p:nvSpPr>
        <p:spPr>
          <a:xfrm>
            <a:off x="828825" y="2345725"/>
            <a:ext cx="22404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31" name="Google Shape;2031;p25"/>
          <p:cNvSpPr txBox="1"/>
          <p:nvPr>
            <p:ph idx="5" type="subTitle"/>
          </p:nvPr>
        </p:nvSpPr>
        <p:spPr>
          <a:xfrm>
            <a:off x="3451798" y="2345725"/>
            <a:ext cx="22404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32" name="Google Shape;2032;p25"/>
          <p:cNvSpPr txBox="1"/>
          <p:nvPr>
            <p:ph idx="6" type="subTitle"/>
          </p:nvPr>
        </p:nvSpPr>
        <p:spPr>
          <a:xfrm>
            <a:off x="6074772" y="2345725"/>
            <a:ext cx="22404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033" name="Google Shape;2033;p25"/>
          <p:cNvGrpSpPr/>
          <p:nvPr/>
        </p:nvGrpSpPr>
        <p:grpSpPr>
          <a:xfrm>
            <a:off x="6227327" y="3994352"/>
            <a:ext cx="3810000" cy="1517665"/>
            <a:chOff x="2287428" y="3290125"/>
            <a:chExt cx="7620000" cy="3035331"/>
          </a:xfrm>
        </p:grpSpPr>
        <p:sp>
          <p:nvSpPr>
            <p:cNvPr id="2034" name="Google Shape;2034;p25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25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25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25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9" name="Google Shape;2039;p26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2040" name="Google Shape;2040;p26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2041" name="Google Shape;2041;p26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2" name="Google Shape;2042;p26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3" name="Google Shape;2043;p26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4" name="Google Shape;2044;p26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2045" name="Google Shape;2045;p26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6" name="Google Shape;2046;p26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7" name="Google Shape;2047;p26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8" name="Google Shape;2048;p26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049" name="Google Shape;2049;p26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0" name="Google Shape;2050;p26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1" name="Google Shape;2051;p26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2" name="Google Shape;2052;p26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053" name="Google Shape;2053;p26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4" name="Google Shape;2054;p26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5" name="Google Shape;2055;p26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6" name="Google Shape;2056;p26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057" name="Google Shape;2057;p26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8" name="Google Shape;2058;p26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2059;p26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0" name="Google Shape;2060;p26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2061" name="Google Shape;2061;p26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2" name="Google Shape;2062;p26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26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4" name="Google Shape;2064;p26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2065" name="Google Shape;2065;p26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6" name="Google Shape;2066;p26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7" name="Google Shape;2067;p26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68" name="Google Shape;2068;p26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2069" name="Google Shape;2069;p26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0" name="Google Shape;2070;p26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1" name="Google Shape;2071;p26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2" name="Google Shape;2072;p26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2073" name="Google Shape;2073;p26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4" name="Google Shape;2074;p26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26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6" name="Google Shape;2076;p26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2077" name="Google Shape;2077;p26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8" name="Google Shape;2078;p26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9" name="Google Shape;2079;p26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0" name="Google Shape;2080;p26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2081" name="Google Shape;2081;p26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2" name="Google Shape;2082;p26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3" name="Google Shape;2083;p26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4" name="Google Shape;2084;p26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2085" name="Google Shape;2085;p26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6" name="Google Shape;2086;p26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7" name="Google Shape;2087;p26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8" name="Google Shape;2088;p26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2089" name="Google Shape;2089;p26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0" name="Google Shape;2090;p26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26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92" name="Google Shape;2092;p26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2093" name="Google Shape;2093;p26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4" name="Google Shape;2094;p26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5" name="Google Shape;2095;p26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96" name="Google Shape;2096;p26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097" name="Google Shape;2097;p26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8" name="Google Shape;2098;p26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9" name="Google Shape;2099;p26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0" name="Google Shape;2100;p26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101" name="Google Shape;2101;p26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2" name="Google Shape;2102;p26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3" name="Google Shape;2103;p26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4" name="Google Shape;2104;p26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105" name="Google Shape;2105;p26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6" name="Google Shape;2106;p26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7" name="Google Shape;2107;p26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8" name="Google Shape;2108;p26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109" name="Google Shape;2109;p26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0" name="Google Shape;2110;p26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1" name="Google Shape;2111;p26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2" name="Google Shape;2112;p26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113" name="Google Shape;2113;p26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4" name="Google Shape;2114;p26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5" name="Google Shape;2115;p26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6" name="Google Shape;2116;p26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117" name="Google Shape;2117;p26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8" name="Google Shape;2118;p26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9" name="Google Shape;2119;p26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20" name="Google Shape;2120;p26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1" name="Google Shape;2121;p2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22" name="Google Shape;2122;p26"/>
          <p:cNvSpPr txBox="1"/>
          <p:nvPr>
            <p:ph idx="1" type="subTitle"/>
          </p:nvPr>
        </p:nvSpPr>
        <p:spPr>
          <a:xfrm>
            <a:off x="726675" y="2457050"/>
            <a:ext cx="24357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3" name="Google Shape;2123;p26"/>
          <p:cNvSpPr txBox="1"/>
          <p:nvPr>
            <p:ph idx="2" type="subTitle"/>
          </p:nvPr>
        </p:nvSpPr>
        <p:spPr>
          <a:xfrm>
            <a:off x="3360837" y="2457050"/>
            <a:ext cx="24357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4" name="Google Shape;2124;p26"/>
          <p:cNvSpPr txBox="1"/>
          <p:nvPr>
            <p:ph idx="3" type="subTitle"/>
          </p:nvPr>
        </p:nvSpPr>
        <p:spPr>
          <a:xfrm>
            <a:off x="5995000" y="2457050"/>
            <a:ext cx="24357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5" name="Google Shape;2125;p26"/>
          <p:cNvSpPr txBox="1"/>
          <p:nvPr>
            <p:ph idx="4" type="subTitle"/>
          </p:nvPr>
        </p:nvSpPr>
        <p:spPr>
          <a:xfrm>
            <a:off x="726675" y="3438450"/>
            <a:ext cx="24357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6" name="Google Shape;2126;p26"/>
          <p:cNvSpPr txBox="1"/>
          <p:nvPr>
            <p:ph idx="5" type="subTitle"/>
          </p:nvPr>
        </p:nvSpPr>
        <p:spPr>
          <a:xfrm>
            <a:off x="3360841" y="3438450"/>
            <a:ext cx="24357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7" name="Google Shape;2127;p26"/>
          <p:cNvSpPr txBox="1"/>
          <p:nvPr>
            <p:ph idx="6" type="subTitle"/>
          </p:nvPr>
        </p:nvSpPr>
        <p:spPr>
          <a:xfrm>
            <a:off x="5995000" y="3438450"/>
            <a:ext cx="24357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128" name="Google Shape;2128;p26"/>
          <p:cNvGrpSpPr/>
          <p:nvPr/>
        </p:nvGrpSpPr>
        <p:grpSpPr>
          <a:xfrm flipH="1">
            <a:off x="7060800" y="-511750"/>
            <a:ext cx="3810000" cy="2254900"/>
            <a:chOff x="2287428" y="526446"/>
            <a:chExt cx="7620000" cy="4509801"/>
          </a:xfrm>
        </p:grpSpPr>
        <p:sp>
          <p:nvSpPr>
            <p:cNvPr id="2129" name="Google Shape;2129;p26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26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26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26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26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26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26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26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8" name="Google Shape;2138;p27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2139" name="Google Shape;2139;p27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2140" name="Google Shape;2140;p27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27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2" name="Google Shape;2142;p27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3" name="Google Shape;2143;p27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2144" name="Google Shape;2144;p27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5" name="Google Shape;2145;p27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6" name="Google Shape;2146;p27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7" name="Google Shape;2147;p27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148" name="Google Shape;2148;p27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9" name="Google Shape;2149;p27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27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1" name="Google Shape;2151;p27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152" name="Google Shape;2152;p27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153;p27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27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5" name="Google Shape;2155;p27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156" name="Google Shape;2156;p27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7" name="Google Shape;2157;p27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158;p27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9" name="Google Shape;2159;p27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2160" name="Google Shape;2160;p27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1" name="Google Shape;2161;p27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2" name="Google Shape;2162;p27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3" name="Google Shape;2163;p27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2164" name="Google Shape;2164;p27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5" name="Google Shape;2165;p27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6" name="Google Shape;2166;p27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7" name="Google Shape;2167;p27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2168" name="Google Shape;2168;p27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9" name="Google Shape;2169;p27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0" name="Google Shape;2170;p27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1" name="Google Shape;2171;p27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2172" name="Google Shape;2172;p27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3" name="Google Shape;2173;p27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4" name="Google Shape;2174;p27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5" name="Google Shape;2175;p27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2176" name="Google Shape;2176;p27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7" name="Google Shape;2177;p27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8" name="Google Shape;2178;p27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9" name="Google Shape;2179;p27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2180" name="Google Shape;2180;p27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1" name="Google Shape;2181;p27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2" name="Google Shape;2182;p27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3" name="Google Shape;2183;p27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2184" name="Google Shape;2184;p27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5" name="Google Shape;2185;p27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6" name="Google Shape;2186;p27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7" name="Google Shape;2187;p27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2188" name="Google Shape;2188;p27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9" name="Google Shape;2189;p27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0" name="Google Shape;2190;p27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1" name="Google Shape;2191;p27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2192" name="Google Shape;2192;p27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3" name="Google Shape;2193;p27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4" name="Google Shape;2194;p27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5" name="Google Shape;2195;p27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196" name="Google Shape;2196;p27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7" name="Google Shape;2197;p27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8" name="Google Shape;2198;p27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9" name="Google Shape;2199;p27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200" name="Google Shape;2200;p27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27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27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3" name="Google Shape;2203;p27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204" name="Google Shape;2204;p27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5" name="Google Shape;2205;p27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6" name="Google Shape;2206;p27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7" name="Google Shape;2207;p27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208" name="Google Shape;2208;p27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27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27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1" name="Google Shape;2211;p27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212" name="Google Shape;2212;p27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27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27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5" name="Google Shape;2215;p27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216" name="Google Shape;2216;p27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27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27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19" name="Google Shape;2219;p27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0" name="Google Shape;2220;p2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21" name="Google Shape;2221;p27"/>
          <p:cNvSpPr txBox="1"/>
          <p:nvPr>
            <p:ph idx="1" type="subTitle"/>
          </p:nvPr>
        </p:nvSpPr>
        <p:spPr>
          <a:xfrm>
            <a:off x="1957900" y="2113425"/>
            <a:ext cx="1978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2" name="Google Shape;2222;p27"/>
          <p:cNvSpPr txBox="1"/>
          <p:nvPr>
            <p:ph idx="2" type="subTitle"/>
          </p:nvPr>
        </p:nvSpPr>
        <p:spPr>
          <a:xfrm>
            <a:off x="5207892" y="2113425"/>
            <a:ext cx="1978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3" name="Google Shape;2223;p27"/>
          <p:cNvSpPr txBox="1"/>
          <p:nvPr>
            <p:ph idx="3" type="subTitle"/>
          </p:nvPr>
        </p:nvSpPr>
        <p:spPr>
          <a:xfrm>
            <a:off x="1957900" y="3797900"/>
            <a:ext cx="1978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4" name="Google Shape;2224;p27"/>
          <p:cNvSpPr txBox="1"/>
          <p:nvPr>
            <p:ph idx="4" type="subTitle"/>
          </p:nvPr>
        </p:nvSpPr>
        <p:spPr>
          <a:xfrm>
            <a:off x="5207892" y="3797900"/>
            <a:ext cx="1978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5" name="Google Shape;2225;p27"/>
          <p:cNvSpPr txBox="1"/>
          <p:nvPr>
            <p:ph idx="5" type="subTitle"/>
          </p:nvPr>
        </p:nvSpPr>
        <p:spPr>
          <a:xfrm>
            <a:off x="1957911" y="176022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26" name="Google Shape;2226;p27"/>
          <p:cNvSpPr txBox="1"/>
          <p:nvPr>
            <p:ph idx="6" type="subTitle"/>
          </p:nvPr>
        </p:nvSpPr>
        <p:spPr>
          <a:xfrm>
            <a:off x="1957911" y="34448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27" name="Google Shape;2227;p27"/>
          <p:cNvSpPr txBox="1"/>
          <p:nvPr>
            <p:ph idx="7" type="subTitle"/>
          </p:nvPr>
        </p:nvSpPr>
        <p:spPr>
          <a:xfrm>
            <a:off x="5207886" y="176022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28" name="Google Shape;2228;p27"/>
          <p:cNvSpPr txBox="1"/>
          <p:nvPr>
            <p:ph idx="8" type="subTitle"/>
          </p:nvPr>
        </p:nvSpPr>
        <p:spPr>
          <a:xfrm>
            <a:off x="5207886" y="34448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229" name="Google Shape;2229;p27"/>
          <p:cNvGrpSpPr/>
          <p:nvPr/>
        </p:nvGrpSpPr>
        <p:grpSpPr>
          <a:xfrm flipH="1">
            <a:off x="7060800" y="-511750"/>
            <a:ext cx="3810000" cy="2254900"/>
            <a:chOff x="2287428" y="526446"/>
            <a:chExt cx="7620000" cy="4509801"/>
          </a:xfrm>
        </p:grpSpPr>
        <p:sp>
          <p:nvSpPr>
            <p:cNvPr id="2230" name="Google Shape;2230;p27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27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27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27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27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6" name="Google Shape;2236;p27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7" name="Google Shape;2237;p27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9" name="Google Shape;2239;p28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2240" name="Google Shape;2240;p28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2241" name="Google Shape;2241;p28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2" name="Google Shape;2242;p28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3" name="Google Shape;2243;p28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4" name="Google Shape;2244;p28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2245" name="Google Shape;2245;p28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28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28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8" name="Google Shape;2248;p28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249" name="Google Shape;2249;p28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0" name="Google Shape;2250;p28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1" name="Google Shape;2251;p28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2" name="Google Shape;2252;p28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253" name="Google Shape;2253;p28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4" name="Google Shape;2254;p28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5" name="Google Shape;2255;p28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6" name="Google Shape;2256;p28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257" name="Google Shape;2257;p28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8" name="Google Shape;2258;p28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9" name="Google Shape;2259;p28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0" name="Google Shape;2260;p28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2261" name="Google Shape;2261;p28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2" name="Google Shape;2262;p28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3" name="Google Shape;2263;p28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4" name="Google Shape;2264;p28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2265" name="Google Shape;2265;p28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6" name="Google Shape;2266;p28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7" name="Google Shape;2267;p28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8" name="Google Shape;2268;p28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2269" name="Google Shape;2269;p28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0" name="Google Shape;2270;p28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1" name="Google Shape;2271;p28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2" name="Google Shape;2272;p28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2273" name="Google Shape;2273;p28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4" name="Google Shape;2274;p28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5" name="Google Shape;2275;p28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6" name="Google Shape;2276;p28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2277" name="Google Shape;2277;p28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8" name="Google Shape;2278;p28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9" name="Google Shape;2279;p28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0" name="Google Shape;2280;p28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2281" name="Google Shape;2281;p28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2" name="Google Shape;2282;p28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3" name="Google Shape;2283;p28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4" name="Google Shape;2284;p28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2285" name="Google Shape;2285;p28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6" name="Google Shape;2286;p28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7" name="Google Shape;2287;p28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8" name="Google Shape;2288;p28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2289" name="Google Shape;2289;p28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0" name="Google Shape;2290;p28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1" name="Google Shape;2291;p28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2" name="Google Shape;2292;p28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2293" name="Google Shape;2293;p28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4" name="Google Shape;2294;p28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5" name="Google Shape;2295;p28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6" name="Google Shape;2296;p28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297" name="Google Shape;2297;p28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8" name="Google Shape;2298;p28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9" name="Google Shape;2299;p28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00" name="Google Shape;2300;p28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301" name="Google Shape;2301;p28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2" name="Google Shape;2302;p28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3" name="Google Shape;2303;p28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04" name="Google Shape;2304;p28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305" name="Google Shape;2305;p28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6" name="Google Shape;2306;p28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7" name="Google Shape;2307;p28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08" name="Google Shape;2308;p28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309" name="Google Shape;2309;p28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0" name="Google Shape;2310;p28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1" name="Google Shape;2311;p28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2" name="Google Shape;2312;p28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313" name="Google Shape;2313;p28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4" name="Google Shape;2314;p28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5" name="Google Shape;2315;p28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6" name="Google Shape;2316;p28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317" name="Google Shape;2317;p28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8" name="Google Shape;2318;p28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9" name="Google Shape;2319;p28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20" name="Google Shape;2320;p28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1" name="Google Shape;2321;p2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22" name="Google Shape;2322;p28"/>
          <p:cNvSpPr txBox="1"/>
          <p:nvPr>
            <p:ph idx="1" type="subTitle"/>
          </p:nvPr>
        </p:nvSpPr>
        <p:spPr>
          <a:xfrm>
            <a:off x="1709625" y="1553377"/>
            <a:ext cx="62277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3" name="Google Shape;2323;p28"/>
          <p:cNvSpPr txBox="1"/>
          <p:nvPr>
            <p:ph idx="2" type="subTitle"/>
          </p:nvPr>
        </p:nvSpPr>
        <p:spPr>
          <a:xfrm>
            <a:off x="1709625" y="2369926"/>
            <a:ext cx="62277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4" name="Google Shape;2324;p28"/>
          <p:cNvSpPr txBox="1"/>
          <p:nvPr>
            <p:ph idx="3" type="subTitle"/>
          </p:nvPr>
        </p:nvSpPr>
        <p:spPr>
          <a:xfrm>
            <a:off x="1709625" y="3186474"/>
            <a:ext cx="62277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5" name="Google Shape;2325;p28"/>
          <p:cNvSpPr txBox="1"/>
          <p:nvPr>
            <p:ph idx="4" type="subTitle"/>
          </p:nvPr>
        </p:nvSpPr>
        <p:spPr>
          <a:xfrm>
            <a:off x="1709675" y="4003002"/>
            <a:ext cx="62277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6" name="Google Shape;2326;p28"/>
          <p:cNvSpPr txBox="1"/>
          <p:nvPr>
            <p:ph idx="5" type="subTitle"/>
          </p:nvPr>
        </p:nvSpPr>
        <p:spPr>
          <a:xfrm>
            <a:off x="1709625" y="1264500"/>
            <a:ext cx="6227700" cy="35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7" name="Google Shape;2327;p28"/>
          <p:cNvSpPr txBox="1"/>
          <p:nvPr>
            <p:ph idx="6" type="subTitle"/>
          </p:nvPr>
        </p:nvSpPr>
        <p:spPr>
          <a:xfrm>
            <a:off x="1709625" y="2897800"/>
            <a:ext cx="6227700" cy="35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8" name="Google Shape;2328;p28"/>
          <p:cNvSpPr txBox="1"/>
          <p:nvPr>
            <p:ph idx="7" type="subTitle"/>
          </p:nvPr>
        </p:nvSpPr>
        <p:spPr>
          <a:xfrm>
            <a:off x="1709625" y="2081225"/>
            <a:ext cx="6227700" cy="35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9" name="Google Shape;2329;p28"/>
          <p:cNvSpPr txBox="1"/>
          <p:nvPr>
            <p:ph idx="8" type="subTitle"/>
          </p:nvPr>
        </p:nvSpPr>
        <p:spPr>
          <a:xfrm>
            <a:off x="1709600" y="3714375"/>
            <a:ext cx="6227700" cy="35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330" name="Google Shape;2330;p28"/>
          <p:cNvGrpSpPr/>
          <p:nvPr/>
        </p:nvGrpSpPr>
        <p:grpSpPr>
          <a:xfrm>
            <a:off x="6227327" y="3994352"/>
            <a:ext cx="3810000" cy="1517665"/>
            <a:chOff x="2287428" y="3290125"/>
            <a:chExt cx="7620000" cy="3035331"/>
          </a:xfrm>
        </p:grpSpPr>
        <p:sp>
          <p:nvSpPr>
            <p:cNvPr id="2331" name="Google Shape;2331;p28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2" name="Google Shape;2332;p28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3" name="Google Shape;2333;p28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4" name="Google Shape;2334;p28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6" name="Google Shape;2336;p29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2337" name="Google Shape;2337;p29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2338" name="Google Shape;2338;p29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9" name="Google Shape;2339;p29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0" name="Google Shape;2340;p29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1" name="Google Shape;2341;p29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2342" name="Google Shape;2342;p29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29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29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5" name="Google Shape;2345;p29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346" name="Google Shape;2346;p29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7" name="Google Shape;2347;p29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8" name="Google Shape;2348;p29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9" name="Google Shape;2349;p29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350" name="Google Shape;2350;p29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29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29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3" name="Google Shape;2353;p29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354" name="Google Shape;2354;p29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5" name="Google Shape;2355;p29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29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7" name="Google Shape;2357;p29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2358" name="Google Shape;2358;p29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9" name="Google Shape;2359;p29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0" name="Google Shape;2360;p29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1" name="Google Shape;2361;p29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2362" name="Google Shape;2362;p29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29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29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5" name="Google Shape;2365;p29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2366" name="Google Shape;2366;p29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29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29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9" name="Google Shape;2369;p29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2370" name="Google Shape;2370;p29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29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29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3" name="Google Shape;2373;p29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2374" name="Google Shape;2374;p29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5" name="Google Shape;2375;p29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29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7" name="Google Shape;2377;p29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2378" name="Google Shape;2378;p29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9" name="Google Shape;2379;p29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29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1" name="Google Shape;2381;p29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2382" name="Google Shape;2382;p29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3" name="Google Shape;2383;p29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4" name="Google Shape;2384;p29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5" name="Google Shape;2385;p29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2386" name="Google Shape;2386;p29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7" name="Google Shape;2387;p29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8" name="Google Shape;2388;p29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9" name="Google Shape;2389;p29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2390" name="Google Shape;2390;p29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1" name="Google Shape;2391;p29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2" name="Google Shape;2392;p29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3" name="Google Shape;2393;p29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394" name="Google Shape;2394;p29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5" name="Google Shape;2395;p29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6" name="Google Shape;2396;p29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7" name="Google Shape;2397;p29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398" name="Google Shape;2398;p29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9" name="Google Shape;2399;p29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0" name="Google Shape;2400;p29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1" name="Google Shape;2401;p29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402" name="Google Shape;2402;p29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3" name="Google Shape;2403;p29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4" name="Google Shape;2404;p29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5" name="Google Shape;2405;p29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406" name="Google Shape;2406;p29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7" name="Google Shape;2407;p29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8" name="Google Shape;2408;p29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9" name="Google Shape;2409;p29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410" name="Google Shape;2410;p29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1" name="Google Shape;2411;p29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2" name="Google Shape;2412;p29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3" name="Google Shape;2413;p29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414" name="Google Shape;2414;p29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5" name="Google Shape;2415;p29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6" name="Google Shape;2416;p29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17" name="Google Shape;2417;p29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8" name="Google Shape;2418;p2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19" name="Google Shape;2419;p29"/>
          <p:cNvSpPr txBox="1"/>
          <p:nvPr>
            <p:ph idx="1" type="subTitle"/>
          </p:nvPr>
        </p:nvSpPr>
        <p:spPr>
          <a:xfrm>
            <a:off x="828825" y="2113426"/>
            <a:ext cx="2146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0" name="Google Shape;2420;p29"/>
          <p:cNvSpPr txBox="1"/>
          <p:nvPr>
            <p:ph idx="2" type="subTitle"/>
          </p:nvPr>
        </p:nvSpPr>
        <p:spPr>
          <a:xfrm>
            <a:off x="3498823" y="2113426"/>
            <a:ext cx="2146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1" name="Google Shape;2421;p29"/>
          <p:cNvSpPr txBox="1"/>
          <p:nvPr>
            <p:ph idx="3" type="subTitle"/>
          </p:nvPr>
        </p:nvSpPr>
        <p:spPr>
          <a:xfrm>
            <a:off x="828825" y="3797900"/>
            <a:ext cx="2146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2" name="Google Shape;2422;p29"/>
          <p:cNvSpPr txBox="1"/>
          <p:nvPr>
            <p:ph idx="4" type="subTitle"/>
          </p:nvPr>
        </p:nvSpPr>
        <p:spPr>
          <a:xfrm>
            <a:off x="3498823" y="3797900"/>
            <a:ext cx="2146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3" name="Google Shape;2423;p29"/>
          <p:cNvSpPr txBox="1"/>
          <p:nvPr>
            <p:ph idx="5" type="subTitle"/>
          </p:nvPr>
        </p:nvSpPr>
        <p:spPr>
          <a:xfrm>
            <a:off x="6168820" y="2113426"/>
            <a:ext cx="2146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4" name="Google Shape;2424;p29"/>
          <p:cNvSpPr txBox="1"/>
          <p:nvPr>
            <p:ph idx="6" type="subTitle"/>
          </p:nvPr>
        </p:nvSpPr>
        <p:spPr>
          <a:xfrm>
            <a:off x="6168820" y="3797900"/>
            <a:ext cx="2146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5" name="Google Shape;2425;p29"/>
          <p:cNvSpPr txBox="1"/>
          <p:nvPr>
            <p:ph idx="7" type="subTitle"/>
          </p:nvPr>
        </p:nvSpPr>
        <p:spPr>
          <a:xfrm>
            <a:off x="829800" y="176022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6" name="Google Shape;2426;p29"/>
          <p:cNvSpPr txBox="1"/>
          <p:nvPr>
            <p:ph idx="8" type="subTitle"/>
          </p:nvPr>
        </p:nvSpPr>
        <p:spPr>
          <a:xfrm>
            <a:off x="3499799" y="176022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7" name="Google Shape;2427;p29"/>
          <p:cNvSpPr txBox="1"/>
          <p:nvPr>
            <p:ph idx="9" type="subTitle"/>
          </p:nvPr>
        </p:nvSpPr>
        <p:spPr>
          <a:xfrm>
            <a:off x="6169799" y="176022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8" name="Google Shape;2428;p29"/>
          <p:cNvSpPr txBox="1"/>
          <p:nvPr>
            <p:ph idx="13" type="subTitle"/>
          </p:nvPr>
        </p:nvSpPr>
        <p:spPr>
          <a:xfrm>
            <a:off x="829800" y="344480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9" name="Google Shape;2429;p29"/>
          <p:cNvSpPr txBox="1"/>
          <p:nvPr>
            <p:ph idx="14" type="subTitle"/>
          </p:nvPr>
        </p:nvSpPr>
        <p:spPr>
          <a:xfrm>
            <a:off x="3499799" y="344480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0" name="Google Shape;2430;p29"/>
          <p:cNvSpPr txBox="1"/>
          <p:nvPr>
            <p:ph idx="15" type="subTitle"/>
          </p:nvPr>
        </p:nvSpPr>
        <p:spPr>
          <a:xfrm>
            <a:off x="6169799" y="344480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431" name="Google Shape;2431;p29"/>
          <p:cNvGrpSpPr/>
          <p:nvPr/>
        </p:nvGrpSpPr>
        <p:grpSpPr>
          <a:xfrm>
            <a:off x="-1303200" y="-417548"/>
            <a:ext cx="3810000" cy="1517665"/>
            <a:chOff x="2287428" y="3290125"/>
            <a:chExt cx="7620000" cy="3035331"/>
          </a:xfrm>
        </p:grpSpPr>
        <p:sp>
          <p:nvSpPr>
            <p:cNvPr id="2432" name="Google Shape;2432;p29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3" name="Google Shape;2433;p29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4" name="Google Shape;2434;p29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5" name="Google Shape;2435;p29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7" name="Google Shape;2437;p30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2438" name="Google Shape;2438;p30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2439" name="Google Shape;2439;p30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30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1" name="Google Shape;2441;p30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2" name="Google Shape;2442;p30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2443" name="Google Shape;2443;p30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4" name="Google Shape;2444;p30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5" name="Google Shape;2445;p30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6" name="Google Shape;2446;p30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447" name="Google Shape;2447;p30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8" name="Google Shape;2448;p30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9" name="Google Shape;2449;p30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0" name="Google Shape;2450;p30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451" name="Google Shape;2451;p30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2" name="Google Shape;2452;p30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3" name="Google Shape;2453;p30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4" name="Google Shape;2454;p30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455" name="Google Shape;2455;p30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6" name="Google Shape;2456;p30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7" name="Google Shape;2457;p30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8" name="Google Shape;2458;p30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2459" name="Google Shape;2459;p30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30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1" name="Google Shape;2461;p30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2" name="Google Shape;2462;p30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2463" name="Google Shape;2463;p30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4" name="Google Shape;2464;p30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30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6" name="Google Shape;2466;p30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2467" name="Google Shape;2467;p30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8" name="Google Shape;2468;p30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9" name="Google Shape;2469;p30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0" name="Google Shape;2470;p30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2471" name="Google Shape;2471;p30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30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3" name="Google Shape;2473;p30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4" name="Google Shape;2474;p30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2475" name="Google Shape;2475;p30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6" name="Google Shape;2476;p30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30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8" name="Google Shape;2478;p30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2479" name="Google Shape;2479;p30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0" name="Google Shape;2480;p30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1" name="Google Shape;2481;p30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2" name="Google Shape;2482;p30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2483" name="Google Shape;2483;p30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30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30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6" name="Google Shape;2486;p30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2487" name="Google Shape;2487;p30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30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30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0" name="Google Shape;2490;p30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2491" name="Google Shape;2491;p30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2" name="Google Shape;2492;p30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3" name="Google Shape;2493;p30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4" name="Google Shape;2494;p30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495" name="Google Shape;2495;p30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6" name="Google Shape;2496;p30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7" name="Google Shape;2497;p30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8" name="Google Shape;2498;p30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499" name="Google Shape;2499;p30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0" name="Google Shape;2500;p30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1" name="Google Shape;2501;p30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2" name="Google Shape;2502;p30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503" name="Google Shape;2503;p30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4" name="Google Shape;2504;p30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5" name="Google Shape;2505;p30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6" name="Google Shape;2506;p30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507" name="Google Shape;2507;p30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8" name="Google Shape;2508;p30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9" name="Google Shape;2509;p30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0" name="Google Shape;2510;p30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511" name="Google Shape;2511;p30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2" name="Google Shape;2512;p30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3" name="Google Shape;2513;p30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4" name="Google Shape;2514;p30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515" name="Google Shape;2515;p30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6" name="Google Shape;2516;p30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30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518" name="Google Shape;2518;p30"/>
          <p:cNvPicPr preferRelativeResize="0"/>
          <p:nvPr/>
        </p:nvPicPr>
        <p:blipFill rotWithShape="1">
          <a:blip r:embed="rId2">
            <a:alphaModFix/>
          </a:blip>
          <a:srcRect b="11855" l="0" r="0" t="0"/>
          <a:stretch/>
        </p:blipFill>
        <p:spPr>
          <a:xfrm rot="5400000">
            <a:off x="-800548" y="2916683"/>
            <a:ext cx="3027558" cy="1421043"/>
          </a:xfrm>
          <a:prstGeom prst="rect">
            <a:avLst/>
          </a:prstGeom>
          <a:noFill/>
          <a:ln>
            <a:noFill/>
          </a:ln>
        </p:spPr>
      </p:pic>
      <p:sp>
        <p:nvSpPr>
          <p:cNvPr id="2519" name="Google Shape;2519;p30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0" name="Google Shape;2520;p30"/>
          <p:cNvSpPr txBox="1"/>
          <p:nvPr>
            <p:ph hasCustomPrompt="1" type="title"/>
          </p:nvPr>
        </p:nvSpPr>
        <p:spPr>
          <a:xfrm>
            <a:off x="1392150" y="987437"/>
            <a:ext cx="4026300" cy="76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21" name="Google Shape;2521;p30"/>
          <p:cNvSpPr txBox="1"/>
          <p:nvPr>
            <p:ph idx="1" type="subTitle"/>
          </p:nvPr>
        </p:nvSpPr>
        <p:spPr>
          <a:xfrm>
            <a:off x="5570850" y="987437"/>
            <a:ext cx="2181000" cy="7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2" name="Google Shape;2522;p30"/>
          <p:cNvSpPr txBox="1"/>
          <p:nvPr>
            <p:ph hasCustomPrompt="1" idx="2" type="title"/>
          </p:nvPr>
        </p:nvSpPr>
        <p:spPr>
          <a:xfrm>
            <a:off x="1392150" y="2187300"/>
            <a:ext cx="4026300" cy="76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23" name="Google Shape;2523;p30"/>
          <p:cNvSpPr txBox="1"/>
          <p:nvPr>
            <p:ph idx="3" type="subTitle"/>
          </p:nvPr>
        </p:nvSpPr>
        <p:spPr>
          <a:xfrm>
            <a:off x="5570850" y="2187287"/>
            <a:ext cx="2181000" cy="7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4" name="Google Shape;2524;p30"/>
          <p:cNvSpPr txBox="1"/>
          <p:nvPr>
            <p:ph hasCustomPrompt="1" idx="4" type="title"/>
          </p:nvPr>
        </p:nvSpPr>
        <p:spPr>
          <a:xfrm>
            <a:off x="1392150" y="3387163"/>
            <a:ext cx="4026300" cy="76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25" name="Google Shape;2525;p30"/>
          <p:cNvSpPr txBox="1"/>
          <p:nvPr>
            <p:ph idx="5" type="subTitle"/>
          </p:nvPr>
        </p:nvSpPr>
        <p:spPr>
          <a:xfrm>
            <a:off x="5570850" y="3387162"/>
            <a:ext cx="2181000" cy="7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526" name="Google Shape;2526;p30"/>
          <p:cNvGrpSpPr/>
          <p:nvPr/>
        </p:nvGrpSpPr>
        <p:grpSpPr>
          <a:xfrm flipH="1">
            <a:off x="7060800" y="-511750"/>
            <a:ext cx="3810000" cy="2254900"/>
            <a:chOff x="2287428" y="526446"/>
            <a:chExt cx="7620000" cy="4509801"/>
          </a:xfrm>
        </p:grpSpPr>
        <p:sp>
          <p:nvSpPr>
            <p:cNvPr id="2527" name="Google Shape;2527;p30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8" name="Google Shape;2528;p30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9" name="Google Shape;2529;p30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0" name="Google Shape;2530;p30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30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30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30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30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6" name="Google Shape;2536;p31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2537" name="Google Shape;2537;p31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2538" name="Google Shape;2538;p31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9" name="Google Shape;2539;p31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0" name="Google Shape;2540;p31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1" name="Google Shape;2541;p31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2542" name="Google Shape;2542;p31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3" name="Google Shape;2543;p31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4" name="Google Shape;2544;p31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5" name="Google Shape;2545;p31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546" name="Google Shape;2546;p31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7" name="Google Shape;2547;p31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8" name="Google Shape;2548;p31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9" name="Google Shape;2549;p31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550" name="Google Shape;2550;p31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1" name="Google Shape;2551;p31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2" name="Google Shape;2552;p31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3" name="Google Shape;2553;p31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554" name="Google Shape;2554;p31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5" name="Google Shape;2555;p31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6" name="Google Shape;2556;p31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7" name="Google Shape;2557;p31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2558" name="Google Shape;2558;p31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9" name="Google Shape;2559;p31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0" name="Google Shape;2560;p31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1" name="Google Shape;2561;p31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2562" name="Google Shape;2562;p31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3" name="Google Shape;2563;p31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4" name="Google Shape;2564;p31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5" name="Google Shape;2565;p31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2566" name="Google Shape;2566;p31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7" name="Google Shape;2567;p31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8" name="Google Shape;2568;p31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9" name="Google Shape;2569;p31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2570" name="Google Shape;2570;p31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1" name="Google Shape;2571;p31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2" name="Google Shape;2572;p31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3" name="Google Shape;2573;p31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2574" name="Google Shape;2574;p31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5" name="Google Shape;2575;p31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6" name="Google Shape;2576;p31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7" name="Google Shape;2577;p31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2578" name="Google Shape;2578;p31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9" name="Google Shape;2579;p31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0" name="Google Shape;2580;p31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1" name="Google Shape;2581;p31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2582" name="Google Shape;2582;p31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3" name="Google Shape;2583;p31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4" name="Google Shape;2584;p31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5" name="Google Shape;2585;p31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2586" name="Google Shape;2586;p31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7" name="Google Shape;2587;p31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8" name="Google Shape;2588;p31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9" name="Google Shape;2589;p31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2590" name="Google Shape;2590;p31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1" name="Google Shape;2591;p31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2" name="Google Shape;2592;p31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3" name="Google Shape;2593;p31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594" name="Google Shape;2594;p31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5" name="Google Shape;2595;p31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31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7" name="Google Shape;2597;p31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598" name="Google Shape;2598;p31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9" name="Google Shape;2599;p31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0" name="Google Shape;2600;p31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1" name="Google Shape;2601;p31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602" name="Google Shape;2602;p31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3" name="Google Shape;2603;p31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4" name="Google Shape;2604;p31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5" name="Google Shape;2605;p31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606" name="Google Shape;2606;p31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7" name="Google Shape;2607;p31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8" name="Google Shape;2608;p31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9" name="Google Shape;2609;p31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610" name="Google Shape;2610;p31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1" name="Google Shape;2611;p31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2" name="Google Shape;2612;p31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13" name="Google Shape;2613;p31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614" name="Google Shape;2614;p31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5" name="Google Shape;2615;p31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6" name="Google Shape;2616;p31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17" name="Google Shape;2617;p31"/>
          <p:cNvPicPr preferRelativeResize="0"/>
          <p:nvPr/>
        </p:nvPicPr>
        <p:blipFill rotWithShape="1">
          <a:blip r:embed="rId2">
            <a:alphaModFix/>
          </a:blip>
          <a:srcRect b="11855" l="0" r="0" t="0"/>
          <a:stretch/>
        </p:blipFill>
        <p:spPr>
          <a:xfrm flipH="1">
            <a:off x="0" y="3250350"/>
            <a:ext cx="4061200" cy="19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8" name="Google Shape;2618;p31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9" name="Google Shape;2619;p31"/>
          <p:cNvSpPr txBox="1"/>
          <p:nvPr>
            <p:ph type="title"/>
          </p:nvPr>
        </p:nvSpPr>
        <p:spPr>
          <a:xfrm>
            <a:off x="2347938" y="82992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20" name="Google Shape;2620;p31"/>
          <p:cNvSpPr txBox="1"/>
          <p:nvPr>
            <p:ph idx="1" type="subTitle"/>
          </p:nvPr>
        </p:nvSpPr>
        <p:spPr>
          <a:xfrm>
            <a:off x="2347900" y="1736225"/>
            <a:ext cx="44481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1" name="Google Shape;2621;p31"/>
          <p:cNvSpPr txBox="1"/>
          <p:nvPr/>
        </p:nvSpPr>
        <p:spPr>
          <a:xfrm>
            <a:off x="2099100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3" name="Google Shape;2623;p32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2624" name="Google Shape;2624;p32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2625" name="Google Shape;2625;p32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6" name="Google Shape;2626;p32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7" name="Google Shape;2627;p32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8" name="Google Shape;2628;p32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2629" name="Google Shape;2629;p32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0" name="Google Shape;2630;p32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1" name="Google Shape;2631;p32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2" name="Google Shape;2632;p32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633" name="Google Shape;2633;p32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4" name="Google Shape;2634;p32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5" name="Google Shape;2635;p32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6" name="Google Shape;2636;p32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637" name="Google Shape;2637;p32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8" name="Google Shape;2638;p32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9" name="Google Shape;2639;p32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0" name="Google Shape;2640;p32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641" name="Google Shape;2641;p32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2" name="Google Shape;2642;p32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3" name="Google Shape;2643;p32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4" name="Google Shape;2644;p32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2645" name="Google Shape;2645;p32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6" name="Google Shape;2646;p32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7" name="Google Shape;2647;p32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8" name="Google Shape;2648;p32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2649" name="Google Shape;2649;p32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0" name="Google Shape;2650;p32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1" name="Google Shape;2651;p32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2" name="Google Shape;2652;p32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2653" name="Google Shape;2653;p32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4" name="Google Shape;2654;p32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5" name="Google Shape;2655;p32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6" name="Google Shape;2656;p32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2657" name="Google Shape;2657;p32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8" name="Google Shape;2658;p32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9" name="Google Shape;2659;p32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60" name="Google Shape;2660;p32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2661" name="Google Shape;2661;p32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2" name="Google Shape;2662;p32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3" name="Google Shape;2663;p32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64" name="Google Shape;2664;p32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2665" name="Google Shape;2665;p32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6" name="Google Shape;2666;p32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7" name="Google Shape;2667;p32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68" name="Google Shape;2668;p32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2669" name="Google Shape;2669;p32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0" name="Google Shape;2670;p32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1" name="Google Shape;2671;p32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2" name="Google Shape;2672;p32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2673" name="Google Shape;2673;p32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4" name="Google Shape;2674;p32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5" name="Google Shape;2675;p32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6" name="Google Shape;2676;p32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2677" name="Google Shape;2677;p32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8" name="Google Shape;2678;p32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9" name="Google Shape;2679;p32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0" name="Google Shape;2680;p32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681" name="Google Shape;2681;p32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2" name="Google Shape;2682;p32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3" name="Google Shape;2683;p32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4" name="Google Shape;2684;p32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685" name="Google Shape;2685;p32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6" name="Google Shape;2686;p32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7" name="Google Shape;2687;p32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8" name="Google Shape;2688;p32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689" name="Google Shape;2689;p32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0" name="Google Shape;2690;p32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1" name="Google Shape;2691;p32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2" name="Google Shape;2692;p32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693" name="Google Shape;2693;p32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4" name="Google Shape;2694;p32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5" name="Google Shape;2695;p32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6" name="Google Shape;2696;p32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697" name="Google Shape;2697;p32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8" name="Google Shape;2698;p32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9" name="Google Shape;2699;p32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0" name="Google Shape;2700;p32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701" name="Google Shape;2701;p32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2" name="Google Shape;2702;p32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3" name="Google Shape;2703;p32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704" name="Google Shape;2704;p32"/>
          <p:cNvPicPr preferRelativeResize="0"/>
          <p:nvPr/>
        </p:nvPicPr>
        <p:blipFill rotWithShape="1">
          <a:blip r:embed="rId2">
            <a:alphaModFix/>
          </a:blip>
          <a:srcRect b="11855" l="-9019" r="9019" t="0"/>
          <a:stretch/>
        </p:blipFill>
        <p:spPr>
          <a:xfrm flipH="1" rot="5400000">
            <a:off x="-1515900" y="1507794"/>
            <a:ext cx="5163774" cy="213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32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06" name="Google Shape;2706;p32"/>
          <p:cNvGrpSpPr/>
          <p:nvPr/>
        </p:nvGrpSpPr>
        <p:grpSpPr>
          <a:xfrm>
            <a:off x="6177500" y="3738300"/>
            <a:ext cx="3810000" cy="2254900"/>
            <a:chOff x="2287428" y="526446"/>
            <a:chExt cx="7620000" cy="4509801"/>
          </a:xfrm>
        </p:grpSpPr>
        <p:sp>
          <p:nvSpPr>
            <p:cNvPr id="2707" name="Google Shape;2707;p32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8" name="Google Shape;2708;p32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32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0" name="Google Shape;2710;p32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1" name="Google Shape;2711;p32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32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32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32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6" name="Google Shape;2716;p33"/>
          <p:cNvGrpSpPr/>
          <p:nvPr/>
        </p:nvGrpSpPr>
        <p:grpSpPr>
          <a:xfrm>
            <a:off x="0" y="0"/>
            <a:ext cx="9144000" cy="5142071"/>
            <a:chOff x="0" y="0"/>
            <a:chExt cx="12192000" cy="6856095"/>
          </a:xfrm>
        </p:grpSpPr>
        <p:grpSp>
          <p:nvGrpSpPr>
            <p:cNvPr id="2717" name="Google Shape;2717;p33"/>
            <p:cNvGrpSpPr/>
            <p:nvPr/>
          </p:nvGrpSpPr>
          <p:grpSpPr>
            <a:xfrm>
              <a:off x="11482324" y="0"/>
              <a:ext cx="6350" cy="6856095"/>
              <a:chOff x="11482324" y="0"/>
              <a:chExt cx="6350" cy="6856095"/>
            </a:xfrm>
          </p:grpSpPr>
          <p:sp>
            <p:nvSpPr>
              <p:cNvPr id="2718" name="Google Shape;2718;p33"/>
              <p:cNvSpPr/>
              <p:nvPr/>
            </p:nvSpPr>
            <p:spPr>
              <a:xfrm>
                <a:off x="114823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9" name="Google Shape;2719;p33"/>
              <p:cNvSpPr/>
              <p:nvPr/>
            </p:nvSpPr>
            <p:spPr>
              <a:xfrm>
                <a:off x="114823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0" name="Google Shape;2720;p33"/>
              <p:cNvSpPr/>
              <p:nvPr/>
            </p:nvSpPr>
            <p:spPr>
              <a:xfrm>
                <a:off x="114823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1" name="Google Shape;2721;p33"/>
            <p:cNvGrpSpPr/>
            <p:nvPr/>
          </p:nvGrpSpPr>
          <p:grpSpPr>
            <a:xfrm>
              <a:off x="10502836" y="0"/>
              <a:ext cx="6350" cy="6856095"/>
              <a:chOff x="10502836" y="0"/>
              <a:chExt cx="6350" cy="6856095"/>
            </a:xfrm>
          </p:grpSpPr>
          <p:sp>
            <p:nvSpPr>
              <p:cNvPr id="2722" name="Google Shape;2722;p33"/>
              <p:cNvSpPr/>
              <p:nvPr/>
            </p:nvSpPr>
            <p:spPr>
              <a:xfrm>
                <a:off x="105028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3" name="Google Shape;2723;p33"/>
              <p:cNvSpPr/>
              <p:nvPr/>
            </p:nvSpPr>
            <p:spPr>
              <a:xfrm>
                <a:off x="105028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4" name="Google Shape;2724;p33"/>
              <p:cNvSpPr/>
              <p:nvPr/>
            </p:nvSpPr>
            <p:spPr>
              <a:xfrm>
                <a:off x="105028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5" name="Google Shape;2725;p33"/>
            <p:cNvGrpSpPr/>
            <p:nvPr/>
          </p:nvGrpSpPr>
          <p:grpSpPr>
            <a:xfrm>
              <a:off x="9523412" y="0"/>
              <a:ext cx="6350" cy="6856095"/>
              <a:chOff x="9523412" y="0"/>
              <a:chExt cx="6350" cy="6856095"/>
            </a:xfrm>
          </p:grpSpPr>
          <p:sp>
            <p:nvSpPr>
              <p:cNvPr id="2726" name="Google Shape;2726;p33"/>
              <p:cNvSpPr/>
              <p:nvPr/>
            </p:nvSpPr>
            <p:spPr>
              <a:xfrm>
                <a:off x="95234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7" name="Google Shape;2727;p33"/>
              <p:cNvSpPr/>
              <p:nvPr/>
            </p:nvSpPr>
            <p:spPr>
              <a:xfrm>
                <a:off x="95234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8" name="Google Shape;2728;p33"/>
              <p:cNvSpPr/>
              <p:nvPr/>
            </p:nvSpPr>
            <p:spPr>
              <a:xfrm>
                <a:off x="95234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9" name="Google Shape;2729;p33"/>
            <p:cNvGrpSpPr/>
            <p:nvPr/>
          </p:nvGrpSpPr>
          <p:grpSpPr>
            <a:xfrm>
              <a:off x="8543988" y="0"/>
              <a:ext cx="6350" cy="6856095"/>
              <a:chOff x="8543988" y="0"/>
              <a:chExt cx="6350" cy="6856095"/>
            </a:xfrm>
          </p:grpSpPr>
          <p:sp>
            <p:nvSpPr>
              <p:cNvPr id="2730" name="Google Shape;2730;p33"/>
              <p:cNvSpPr/>
              <p:nvPr/>
            </p:nvSpPr>
            <p:spPr>
              <a:xfrm>
                <a:off x="85439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33"/>
              <p:cNvSpPr/>
              <p:nvPr/>
            </p:nvSpPr>
            <p:spPr>
              <a:xfrm>
                <a:off x="85439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33"/>
              <p:cNvSpPr/>
              <p:nvPr/>
            </p:nvSpPr>
            <p:spPr>
              <a:xfrm>
                <a:off x="85439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3" name="Google Shape;2733;p33"/>
            <p:cNvGrpSpPr/>
            <p:nvPr/>
          </p:nvGrpSpPr>
          <p:grpSpPr>
            <a:xfrm>
              <a:off x="7564564" y="0"/>
              <a:ext cx="6350" cy="6856095"/>
              <a:chOff x="7564564" y="0"/>
              <a:chExt cx="6350" cy="6856095"/>
            </a:xfrm>
          </p:grpSpPr>
          <p:sp>
            <p:nvSpPr>
              <p:cNvPr id="2734" name="Google Shape;2734;p33"/>
              <p:cNvSpPr/>
              <p:nvPr/>
            </p:nvSpPr>
            <p:spPr>
              <a:xfrm>
                <a:off x="75645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5" name="Google Shape;2735;p33"/>
              <p:cNvSpPr/>
              <p:nvPr/>
            </p:nvSpPr>
            <p:spPr>
              <a:xfrm>
                <a:off x="75645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6" name="Google Shape;2736;p33"/>
              <p:cNvSpPr/>
              <p:nvPr/>
            </p:nvSpPr>
            <p:spPr>
              <a:xfrm>
                <a:off x="75645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7" name="Google Shape;2737;p33"/>
            <p:cNvGrpSpPr/>
            <p:nvPr/>
          </p:nvGrpSpPr>
          <p:grpSpPr>
            <a:xfrm>
              <a:off x="6585077" y="0"/>
              <a:ext cx="6350" cy="6856095"/>
              <a:chOff x="6585077" y="0"/>
              <a:chExt cx="6350" cy="6856095"/>
            </a:xfrm>
          </p:grpSpPr>
          <p:sp>
            <p:nvSpPr>
              <p:cNvPr id="2738" name="Google Shape;2738;p33"/>
              <p:cNvSpPr/>
              <p:nvPr/>
            </p:nvSpPr>
            <p:spPr>
              <a:xfrm>
                <a:off x="65850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33"/>
              <p:cNvSpPr/>
              <p:nvPr/>
            </p:nvSpPr>
            <p:spPr>
              <a:xfrm>
                <a:off x="65850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33"/>
              <p:cNvSpPr/>
              <p:nvPr/>
            </p:nvSpPr>
            <p:spPr>
              <a:xfrm>
                <a:off x="65850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1" name="Google Shape;2741;p33"/>
            <p:cNvGrpSpPr/>
            <p:nvPr/>
          </p:nvGrpSpPr>
          <p:grpSpPr>
            <a:xfrm>
              <a:off x="5602224" y="0"/>
              <a:ext cx="6350" cy="6856095"/>
              <a:chOff x="5602224" y="0"/>
              <a:chExt cx="6350" cy="6856095"/>
            </a:xfrm>
          </p:grpSpPr>
          <p:sp>
            <p:nvSpPr>
              <p:cNvPr id="2742" name="Google Shape;2742;p33"/>
              <p:cNvSpPr/>
              <p:nvPr/>
            </p:nvSpPr>
            <p:spPr>
              <a:xfrm>
                <a:off x="560222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3" name="Google Shape;2743;p33"/>
              <p:cNvSpPr/>
              <p:nvPr/>
            </p:nvSpPr>
            <p:spPr>
              <a:xfrm>
                <a:off x="560222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4" name="Google Shape;2744;p33"/>
              <p:cNvSpPr/>
              <p:nvPr/>
            </p:nvSpPr>
            <p:spPr>
              <a:xfrm>
                <a:off x="560222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5" name="Google Shape;2745;p33"/>
            <p:cNvGrpSpPr/>
            <p:nvPr/>
          </p:nvGrpSpPr>
          <p:grpSpPr>
            <a:xfrm>
              <a:off x="4622736" y="0"/>
              <a:ext cx="6350" cy="6856095"/>
              <a:chOff x="4622736" y="0"/>
              <a:chExt cx="6350" cy="6856095"/>
            </a:xfrm>
          </p:grpSpPr>
          <p:sp>
            <p:nvSpPr>
              <p:cNvPr id="2746" name="Google Shape;2746;p33"/>
              <p:cNvSpPr/>
              <p:nvPr/>
            </p:nvSpPr>
            <p:spPr>
              <a:xfrm>
                <a:off x="4622736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7" name="Google Shape;2747;p33"/>
              <p:cNvSpPr/>
              <p:nvPr/>
            </p:nvSpPr>
            <p:spPr>
              <a:xfrm>
                <a:off x="4622736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8" name="Google Shape;2748;p33"/>
              <p:cNvSpPr/>
              <p:nvPr/>
            </p:nvSpPr>
            <p:spPr>
              <a:xfrm>
                <a:off x="4622736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9" name="Google Shape;2749;p33"/>
            <p:cNvGrpSpPr/>
            <p:nvPr/>
          </p:nvGrpSpPr>
          <p:grpSpPr>
            <a:xfrm>
              <a:off x="3643312" y="0"/>
              <a:ext cx="6350" cy="6856095"/>
              <a:chOff x="3643312" y="0"/>
              <a:chExt cx="6350" cy="6856095"/>
            </a:xfrm>
          </p:grpSpPr>
          <p:sp>
            <p:nvSpPr>
              <p:cNvPr id="2750" name="Google Shape;2750;p33"/>
              <p:cNvSpPr/>
              <p:nvPr/>
            </p:nvSpPr>
            <p:spPr>
              <a:xfrm>
                <a:off x="3643312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1" name="Google Shape;2751;p33"/>
              <p:cNvSpPr/>
              <p:nvPr/>
            </p:nvSpPr>
            <p:spPr>
              <a:xfrm>
                <a:off x="3643312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2" name="Google Shape;2752;p33"/>
              <p:cNvSpPr/>
              <p:nvPr/>
            </p:nvSpPr>
            <p:spPr>
              <a:xfrm>
                <a:off x="3643312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53" name="Google Shape;2753;p33"/>
            <p:cNvGrpSpPr/>
            <p:nvPr/>
          </p:nvGrpSpPr>
          <p:grpSpPr>
            <a:xfrm>
              <a:off x="2663888" y="0"/>
              <a:ext cx="6350" cy="6856095"/>
              <a:chOff x="2663888" y="0"/>
              <a:chExt cx="6350" cy="6856095"/>
            </a:xfrm>
          </p:grpSpPr>
          <p:sp>
            <p:nvSpPr>
              <p:cNvPr id="2754" name="Google Shape;2754;p33"/>
              <p:cNvSpPr/>
              <p:nvPr/>
            </p:nvSpPr>
            <p:spPr>
              <a:xfrm>
                <a:off x="2663888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5" name="Google Shape;2755;p33"/>
              <p:cNvSpPr/>
              <p:nvPr/>
            </p:nvSpPr>
            <p:spPr>
              <a:xfrm>
                <a:off x="2663888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6" name="Google Shape;2756;p33"/>
              <p:cNvSpPr/>
              <p:nvPr/>
            </p:nvSpPr>
            <p:spPr>
              <a:xfrm>
                <a:off x="2663888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57" name="Google Shape;2757;p33"/>
            <p:cNvGrpSpPr/>
            <p:nvPr/>
          </p:nvGrpSpPr>
          <p:grpSpPr>
            <a:xfrm>
              <a:off x="1684464" y="0"/>
              <a:ext cx="6350" cy="6856095"/>
              <a:chOff x="1684464" y="0"/>
              <a:chExt cx="6350" cy="6856095"/>
            </a:xfrm>
          </p:grpSpPr>
          <p:sp>
            <p:nvSpPr>
              <p:cNvPr id="2758" name="Google Shape;2758;p33"/>
              <p:cNvSpPr/>
              <p:nvPr/>
            </p:nvSpPr>
            <p:spPr>
              <a:xfrm>
                <a:off x="1684464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33"/>
              <p:cNvSpPr/>
              <p:nvPr/>
            </p:nvSpPr>
            <p:spPr>
              <a:xfrm>
                <a:off x="1684464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0" name="Google Shape;2760;p33"/>
              <p:cNvSpPr/>
              <p:nvPr/>
            </p:nvSpPr>
            <p:spPr>
              <a:xfrm>
                <a:off x="1684464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1" name="Google Shape;2761;p33"/>
            <p:cNvGrpSpPr/>
            <p:nvPr/>
          </p:nvGrpSpPr>
          <p:grpSpPr>
            <a:xfrm>
              <a:off x="704977" y="0"/>
              <a:ext cx="6350" cy="6856095"/>
              <a:chOff x="704977" y="0"/>
              <a:chExt cx="6350" cy="6856095"/>
            </a:xfrm>
          </p:grpSpPr>
          <p:sp>
            <p:nvSpPr>
              <p:cNvPr id="2762" name="Google Shape;2762;p33"/>
              <p:cNvSpPr/>
              <p:nvPr/>
            </p:nvSpPr>
            <p:spPr>
              <a:xfrm>
                <a:off x="704977" y="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3" name="Google Shape;2763;p33"/>
              <p:cNvSpPr/>
              <p:nvPr/>
            </p:nvSpPr>
            <p:spPr>
              <a:xfrm>
                <a:off x="704977" y="66738"/>
                <a:ext cx="6350" cy="6744843"/>
              </a:xfrm>
              <a:custGeom>
                <a:rect b="b" l="l" r="r" t="t"/>
                <a:pathLst>
                  <a:path extrusionOk="0" h="6744843" w="6350">
                    <a:moveTo>
                      <a:pt x="0" y="0"/>
                    </a:moveTo>
                    <a:lnTo>
                      <a:pt x="0" y="674484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4" name="Google Shape;2764;p33"/>
              <p:cNvSpPr/>
              <p:nvPr/>
            </p:nvSpPr>
            <p:spPr>
              <a:xfrm>
                <a:off x="704977" y="6833870"/>
                <a:ext cx="6350" cy="22225"/>
              </a:xfrm>
              <a:custGeom>
                <a:rect b="b" l="l" r="r" t="t"/>
                <a:pathLst>
                  <a:path extrusionOk="0" h="22225" w="6350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5" name="Google Shape;2765;p33"/>
            <p:cNvGrpSpPr/>
            <p:nvPr/>
          </p:nvGrpSpPr>
          <p:grpSpPr>
            <a:xfrm>
              <a:off x="0" y="6093333"/>
              <a:ext cx="12192000" cy="6350"/>
              <a:chOff x="0" y="6093333"/>
              <a:chExt cx="12192000" cy="6350"/>
            </a:xfrm>
          </p:grpSpPr>
          <p:sp>
            <p:nvSpPr>
              <p:cNvPr id="2766" name="Google Shape;2766;p33"/>
              <p:cNvSpPr/>
              <p:nvPr/>
            </p:nvSpPr>
            <p:spPr>
              <a:xfrm>
                <a:off x="12169775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33"/>
              <p:cNvSpPr/>
              <p:nvPr/>
            </p:nvSpPr>
            <p:spPr>
              <a:xfrm>
                <a:off x="44450" y="6093333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33"/>
              <p:cNvSpPr/>
              <p:nvPr/>
            </p:nvSpPr>
            <p:spPr>
              <a:xfrm>
                <a:off x="0" y="6093333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9" name="Google Shape;2769;p33"/>
            <p:cNvGrpSpPr/>
            <p:nvPr/>
          </p:nvGrpSpPr>
          <p:grpSpPr>
            <a:xfrm>
              <a:off x="0" y="5330571"/>
              <a:ext cx="12192000" cy="6350"/>
              <a:chOff x="0" y="5330571"/>
              <a:chExt cx="12192000" cy="6350"/>
            </a:xfrm>
          </p:grpSpPr>
          <p:sp>
            <p:nvSpPr>
              <p:cNvPr id="2770" name="Google Shape;2770;p33"/>
              <p:cNvSpPr/>
              <p:nvPr/>
            </p:nvSpPr>
            <p:spPr>
              <a:xfrm>
                <a:off x="12169775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1" name="Google Shape;2771;p33"/>
              <p:cNvSpPr/>
              <p:nvPr/>
            </p:nvSpPr>
            <p:spPr>
              <a:xfrm>
                <a:off x="44450" y="533057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2" name="Google Shape;2772;p33"/>
              <p:cNvSpPr/>
              <p:nvPr/>
            </p:nvSpPr>
            <p:spPr>
              <a:xfrm>
                <a:off x="0" y="533057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3" name="Google Shape;2773;p33"/>
            <p:cNvGrpSpPr/>
            <p:nvPr/>
          </p:nvGrpSpPr>
          <p:grpSpPr>
            <a:xfrm>
              <a:off x="0" y="4567872"/>
              <a:ext cx="12192000" cy="6350"/>
              <a:chOff x="0" y="4567872"/>
              <a:chExt cx="12192000" cy="6350"/>
            </a:xfrm>
          </p:grpSpPr>
          <p:sp>
            <p:nvSpPr>
              <p:cNvPr id="2774" name="Google Shape;2774;p33"/>
              <p:cNvSpPr/>
              <p:nvPr/>
            </p:nvSpPr>
            <p:spPr>
              <a:xfrm>
                <a:off x="12169775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33"/>
              <p:cNvSpPr/>
              <p:nvPr/>
            </p:nvSpPr>
            <p:spPr>
              <a:xfrm>
                <a:off x="44450" y="456787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6" name="Google Shape;2776;p33"/>
              <p:cNvSpPr/>
              <p:nvPr/>
            </p:nvSpPr>
            <p:spPr>
              <a:xfrm>
                <a:off x="0" y="456787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7" name="Google Shape;2777;p33"/>
            <p:cNvGrpSpPr/>
            <p:nvPr/>
          </p:nvGrpSpPr>
          <p:grpSpPr>
            <a:xfrm>
              <a:off x="0" y="3805110"/>
              <a:ext cx="12192000" cy="6350"/>
              <a:chOff x="0" y="3805110"/>
              <a:chExt cx="12192000" cy="6350"/>
            </a:xfrm>
          </p:grpSpPr>
          <p:sp>
            <p:nvSpPr>
              <p:cNvPr id="2778" name="Google Shape;2778;p33"/>
              <p:cNvSpPr/>
              <p:nvPr/>
            </p:nvSpPr>
            <p:spPr>
              <a:xfrm>
                <a:off x="12169775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9" name="Google Shape;2779;p33"/>
              <p:cNvSpPr/>
              <p:nvPr/>
            </p:nvSpPr>
            <p:spPr>
              <a:xfrm>
                <a:off x="44450" y="380511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0" name="Google Shape;2780;p33"/>
              <p:cNvSpPr/>
              <p:nvPr/>
            </p:nvSpPr>
            <p:spPr>
              <a:xfrm>
                <a:off x="0" y="380511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1" name="Google Shape;2781;p33"/>
            <p:cNvGrpSpPr/>
            <p:nvPr/>
          </p:nvGrpSpPr>
          <p:grpSpPr>
            <a:xfrm>
              <a:off x="0" y="3050921"/>
              <a:ext cx="12192000" cy="6350"/>
              <a:chOff x="0" y="3050921"/>
              <a:chExt cx="12192000" cy="6350"/>
            </a:xfrm>
          </p:grpSpPr>
          <p:sp>
            <p:nvSpPr>
              <p:cNvPr id="2782" name="Google Shape;2782;p33"/>
              <p:cNvSpPr/>
              <p:nvPr/>
            </p:nvSpPr>
            <p:spPr>
              <a:xfrm>
                <a:off x="12169775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33"/>
              <p:cNvSpPr/>
              <p:nvPr/>
            </p:nvSpPr>
            <p:spPr>
              <a:xfrm>
                <a:off x="44450" y="3050921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4" name="Google Shape;2784;p33"/>
              <p:cNvSpPr/>
              <p:nvPr/>
            </p:nvSpPr>
            <p:spPr>
              <a:xfrm>
                <a:off x="0" y="3050921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5" name="Google Shape;2785;p33"/>
            <p:cNvGrpSpPr/>
            <p:nvPr/>
          </p:nvGrpSpPr>
          <p:grpSpPr>
            <a:xfrm>
              <a:off x="0" y="2288222"/>
              <a:ext cx="12192000" cy="6350"/>
              <a:chOff x="0" y="2288222"/>
              <a:chExt cx="12192000" cy="6350"/>
            </a:xfrm>
          </p:grpSpPr>
          <p:sp>
            <p:nvSpPr>
              <p:cNvPr id="2786" name="Google Shape;2786;p33"/>
              <p:cNvSpPr/>
              <p:nvPr/>
            </p:nvSpPr>
            <p:spPr>
              <a:xfrm>
                <a:off x="12169775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7" name="Google Shape;2787;p33"/>
              <p:cNvSpPr/>
              <p:nvPr/>
            </p:nvSpPr>
            <p:spPr>
              <a:xfrm>
                <a:off x="44450" y="228822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33"/>
              <p:cNvSpPr/>
              <p:nvPr/>
            </p:nvSpPr>
            <p:spPr>
              <a:xfrm>
                <a:off x="0" y="228822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9" name="Google Shape;2789;p33"/>
            <p:cNvGrpSpPr/>
            <p:nvPr/>
          </p:nvGrpSpPr>
          <p:grpSpPr>
            <a:xfrm>
              <a:off x="0" y="1525460"/>
              <a:ext cx="12192000" cy="6350"/>
              <a:chOff x="0" y="1525460"/>
              <a:chExt cx="12192000" cy="6350"/>
            </a:xfrm>
          </p:grpSpPr>
          <p:sp>
            <p:nvSpPr>
              <p:cNvPr id="2790" name="Google Shape;2790;p33"/>
              <p:cNvSpPr/>
              <p:nvPr/>
            </p:nvSpPr>
            <p:spPr>
              <a:xfrm>
                <a:off x="12169775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1" name="Google Shape;2791;p33"/>
              <p:cNvSpPr/>
              <p:nvPr/>
            </p:nvSpPr>
            <p:spPr>
              <a:xfrm>
                <a:off x="44450" y="1525460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2" name="Google Shape;2792;p33"/>
              <p:cNvSpPr/>
              <p:nvPr/>
            </p:nvSpPr>
            <p:spPr>
              <a:xfrm>
                <a:off x="0" y="1525460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3" name="Google Shape;2793;p33"/>
            <p:cNvGrpSpPr/>
            <p:nvPr/>
          </p:nvGrpSpPr>
          <p:grpSpPr>
            <a:xfrm>
              <a:off x="0" y="762762"/>
              <a:ext cx="12192000" cy="6350"/>
              <a:chOff x="0" y="762762"/>
              <a:chExt cx="12192000" cy="6350"/>
            </a:xfrm>
          </p:grpSpPr>
          <p:sp>
            <p:nvSpPr>
              <p:cNvPr id="2794" name="Google Shape;2794;p33"/>
              <p:cNvSpPr/>
              <p:nvPr/>
            </p:nvSpPr>
            <p:spPr>
              <a:xfrm>
                <a:off x="12169775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33"/>
              <p:cNvSpPr/>
              <p:nvPr/>
            </p:nvSpPr>
            <p:spPr>
              <a:xfrm>
                <a:off x="44450" y="762762"/>
                <a:ext cx="12080811" cy="6350"/>
              </a:xfrm>
              <a:custGeom>
                <a:rect b="b" l="l" r="r" t="t"/>
                <a:pathLst>
                  <a:path extrusionOk="0" h="6350" w="12080811">
                    <a:moveTo>
                      <a:pt x="12080811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6" name="Google Shape;2796;p33"/>
              <p:cNvSpPr/>
              <p:nvPr/>
            </p:nvSpPr>
            <p:spPr>
              <a:xfrm>
                <a:off x="0" y="762762"/>
                <a:ext cx="22225" cy="6350"/>
              </a:xfrm>
              <a:custGeom>
                <a:rect b="b" l="l" r="r" t="t"/>
                <a:pathLst>
                  <a:path extrusionOk="0" h="6350" w="222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797" name="Google Shape;2797;p33"/>
          <p:cNvPicPr preferRelativeResize="0"/>
          <p:nvPr/>
        </p:nvPicPr>
        <p:blipFill rotWithShape="1">
          <a:blip r:embed="rId2">
            <a:alphaModFix/>
          </a:blip>
          <a:srcRect b="11855" l="0" r="0" t="0"/>
          <a:stretch/>
        </p:blipFill>
        <p:spPr>
          <a:xfrm flipH="1" rot="10800000">
            <a:off x="4317024" y="0"/>
            <a:ext cx="4826976" cy="22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8" name="Google Shape;2798;p33"/>
          <p:cNvSpPr/>
          <p:nvPr/>
        </p:nvSpPr>
        <p:spPr>
          <a:xfrm>
            <a:off x="535200" y="578100"/>
            <a:ext cx="8073600" cy="398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99" name="Google Shape;2799;p33"/>
          <p:cNvGrpSpPr/>
          <p:nvPr/>
        </p:nvGrpSpPr>
        <p:grpSpPr>
          <a:xfrm flipH="1">
            <a:off x="-1294200" y="3559212"/>
            <a:ext cx="3810000" cy="2254900"/>
            <a:chOff x="2287428" y="526446"/>
            <a:chExt cx="7620000" cy="4509801"/>
          </a:xfrm>
        </p:grpSpPr>
        <p:sp>
          <p:nvSpPr>
            <p:cNvPr id="2800" name="Google Shape;2800;p33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1" name="Google Shape;2801;p33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2" name="Google Shape;2802;p33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33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33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5" name="Google Shape;2805;p33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6" name="Google Shape;2806;p33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7" name="Google Shape;2807;p33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1" name="Shape 2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2" name="Google Shape;2812;p34"/>
          <p:cNvSpPr txBox="1"/>
          <p:nvPr>
            <p:ph type="ctrTitle"/>
          </p:nvPr>
        </p:nvSpPr>
        <p:spPr>
          <a:xfrm>
            <a:off x="790300" y="713550"/>
            <a:ext cx="5199000" cy="218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Game Theory: Escape Rooms and Shapley Values</a:t>
            </a:r>
            <a:endParaRPr sz="3800"/>
          </a:p>
        </p:txBody>
      </p:sp>
      <p:sp>
        <p:nvSpPr>
          <p:cNvPr id="2813" name="Google Shape;2813;p34"/>
          <p:cNvSpPr txBox="1"/>
          <p:nvPr>
            <p:ph idx="1" type="subTitle"/>
          </p:nvPr>
        </p:nvSpPr>
        <p:spPr>
          <a:xfrm>
            <a:off x="790300" y="2902348"/>
            <a:ext cx="23781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Elan Roth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Mentor: Ryan Brill</a:t>
            </a:r>
            <a:endParaRPr/>
          </a:p>
        </p:txBody>
      </p:sp>
      <p:grpSp>
        <p:nvGrpSpPr>
          <p:cNvPr id="2814" name="Google Shape;2814;p34"/>
          <p:cNvGrpSpPr/>
          <p:nvPr/>
        </p:nvGrpSpPr>
        <p:grpSpPr>
          <a:xfrm>
            <a:off x="5334000" y="2325843"/>
            <a:ext cx="3810000" cy="2254900"/>
            <a:chOff x="2287428" y="526446"/>
            <a:chExt cx="7620000" cy="4509801"/>
          </a:xfrm>
        </p:grpSpPr>
        <p:sp>
          <p:nvSpPr>
            <p:cNvPr id="2815" name="Google Shape;2815;p34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6" name="Google Shape;2816;p34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7" name="Google Shape;2817;p34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8" name="Google Shape;2818;p34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9" name="Google Shape;2819;p34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0" name="Google Shape;2820;p34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1" name="Google Shape;2821;p34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2" name="Google Shape;2822;p34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3" name="Google Shape;2823;p34"/>
          <p:cNvGrpSpPr/>
          <p:nvPr/>
        </p:nvGrpSpPr>
        <p:grpSpPr>
          <a:xfrm>
            <a:off x="5334000" y="3355200"/>
            <a:ext cx="3811200" cy="1884317"/>
            <a:chOff x="5334000" y="3355200"/>
            <a:chExt cx="3811200" cy="1884317"/>
          </a:xfrm>
        </p:grpSpPr>
        <p:pic>
          <p:nvPicPr>
            <p:cNvPr id="2824" name="Google Shape;2824;p34"/>
            <p:cNvPicPr preferRelativeResize="0"/>
            <p:nvPr/>
          </p:nvPicPr>
          <p:blipFill rotWithShape="1">
            <a:blip r:embed="rId3">
              <a:alphaModFix/>
            </a:blip>
            <a:srcRect b="11855" l="0" r="0" t="0"/>
            <a:stretch/>
          </p:blipFill>
          <p:spPr>
            <a:xfrm>
              <a:off x="5335200" y="3355200"/>
              <a:ext cx="3810000" cy="1788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25" name="Google Shape;2825;p34"/>
            <p:cNvGrpSpPr/>
            <p:nvPr/>
          </p:nvGrpSpPr>
          <p:grpSpPr>
            <a:xfrm>
              <a:off x="5334000" y="3721852"/>
              <a:ext cx="3810000" cy="1517665"/>
              <a:chOff x="2287428" y="3290125"/>
              <a:chExt cx="7620000" cy="3035331"/>
            </a:xfrm>
          </p:grpSpPr>
          <p:sp>
            <p:nvSpPr>
              <p:cNvPr id="2826" name="Google Shape;2826;p34"/>
              <p:cNvSpPr/>
              <p:nvPr/>
            </p:nvSpPr>
            <p:spPr>
              <a:xfrm>
                <a:off x="2287428" y="3290125"/>
                <a:ext cx="7620000" cy="3035331"/>
              </a:xfrm>
              <a:custGeom>
                <a:rect b="b" l="l" r="r" t="t"/>
                <a:pathLst>
                  <a:path extrusionOk="0" h="3035331" w="7620000">
                    <a:moveTo>
                      <a:pt x="0" y="2991231"/>
                    </a:moveTo>
                    <a:lnTo>
                      <a:pt x="990314" y="3035332"/>
                    </a:lnTo>
                    <a:lnTo>
                      <a:pt x="1611058" y="2049875"/>
                    </a:lnTo>
                    <a:lnTo>
                      <a:pt x="2812733" y="2710529"/>
                    </a:lnTo>
                    <a:lnTo>
                      <a:pt x="3608832" y="1627441"/>
                    </a:lnTo>
                    <a:lnTo>
                      <a:pt x="4511802" y="1627441"/>
                    </a:lnTo>
                    <a:lnTo>
                      <a:pt x="5576411" y="425958"/>
                    </a:lnTo>
                    <a:lnTo>
                      <a:pt x="6919342" y="748760"/>
                    </a:lnTo>
                    <a:lnTo>
                      <a:pt x="7620000" y="0"/>
                    </a:lnTo>
                  </a:path>
                </a:pathLst>
              </a:custGeom>
              <a:noFill/>
              <a:ln cap="flat" cmpd="sng" w="19050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7" name="Google Shape;2827;p34"/>
              <p:cNvSpPr/>
              <p:nvPr/>
            </p:nvSpPr>
            <p:spPr>
              <a:xfrm>
                <a:off x="3811238" y="5269801"/>
                <a:ext cx="185737" cy="185737"/>
              </a:xfrm>
              <a:custGeom>
                <a:rect b="b" l="l" r="r" t="t"/>
                <a:pathLst>
                  <a:path extrusionOk="0" h="185737" w="185737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8" name="Google Shape;2828;p34"/>
              <p:cNvSpPr/>
              <p:nvPr/>
            </p:nvSpPr>
            <p:spPr>
              <a:xfrm>
                <a:off x="5801963" y="4822126"/>
                <a:ext cx="185737" cy="185737"/>
              </a:xfrm>
              <a:custGeom>
                <a:rect b="b" l="l" r="r" t="t"/>
                <a:pathLst>
                  <a:path extrusionOk="0" h="185737" w="185737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9" name="Google Shape;2829;p34"/>
              <p:cNvSpPr/>
              <p:nvPr/>
            </p:nvSpPr>
            <p:spPr>
              <a:xfrm>
                <a:off x="7783163" y="3641026"/>
                <a:ext cx="185737" cy="185737"/>
              </a:xfrm>
              <a:custGeom>
                <a:rect b="b" l="l" r="r" t="t"/>
                <a:pathLst>
                  <a:path extrusionOk="0" h="185737" w="185737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30" name="Google Shape;2830;p34"/>
          <p:cNvGrpSpPr/>
          <p:nvPr/>
        </p:nvGrpSpPr>
        <p:grpSpPr>
          <a:xfrm>
            <a:off x="6909013" y="2635188"/>
            <a:ext cx="1074900" cy="1074900"/>
            <a:chOff x="5085813" y="2105588"/>
            <a:chExt cx="1074900" cy="1074900"/>
          </a:xfrm>
        </p:grpSpPr>
        <p:sp>
          <p:nvSpPr>
            <p:cNvPr id="2831" name="Google Shape;2831;p34"/>
            <p:cNvSpPr/>
            <p:nvPr/>
          </p:nvSpPr>
          <p:spPr>
            <a:xfrm>
              <a:off x="5085813" y="2105588"/>
              <a:ext cx="1074900" cy="107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832" name="Google Shape;2832;p34"/>
            <p:cNvSpPr/>
            <p:nvPr/>
          </p:nvSpPr>
          <p:spPr>
            <a:xfrm>
              <a:off x="5269143" y="2331813"/>
              <a:ext cx="708265" cy="622478"/>
            </a:xfrm>
            <a:custGeom>
              <a:rect b="b" l="l" r="r" t="t"/>
              <a:pathLst>
                <a:path extrusionOk="0" h="523091" w="595181">
                  <a:moveTo>
                    <a:pt x="570330" y="278983"/>
                  </a:moveTo>
                  <a:lnTo>
                    <a:pt x="577735" y="278983"/>
                  </a:lnTo>
                  <a:cubicBezTo>
                    <a:pt x="587365" y="278983"/>
                    <a:pt x="595173" y="271176"/>
                    <a:pt x="595173" y="261546"/>
                  </a:cubicBezTo>
                  <a:cubicBezTo>
                    <a:pt x="595173" y="251916"/>
                    <a:pt x="587365" y="244108"/>
                    <a:pt x="577735" y="244108"/>
                  </a:cubicBezTo>
                  <a:lnTo>
                    <a:pt x="570330" y="244108"/>
                  </a:lnTo>
                  <a:lnTo>
                    <a:pt x="593217" y="199799"/>
                  </a:lnTo>
                  <a:cubicBezTo>
                    <a:pt x="599202" y="188213"/>
                    <a:pt x="590787" y="174358"/>
                    <a:pt x="577727" y="174358"/>
                  </a:cubicBezTo>
                  <a:lnTo>
                    <a:pt x="509343" y="174358"/>
                  </a:lnTo>
                  <a:cubicBezTo>
                    <a:pt x="492361" y="126494"/>
                    <a:pt x="461157" y="83722"/>
                    <a:pt x="420449" y="52902"/>
                  </a:cubicBezTo>
                  <a:cubicBezTo>
                    <a:pt x="374738" y="18295"/>
                    <a:pt x="320192" y="0"/>
                    <a:pt x="262707" y="0"/>
                  </a:cubicBezTo>
                  <a:cubicBezTo>
                    <a:pt x="117846" y="0"/>
                    <a:pt x="0" y="117328"/>
                    <a:pt x="0" y="261546"/>
                  </a:cubicBezTo>
                  <a:cubicBezTo>
                    <a:pt x="0" y="405763"/>
                    <a:pt x="117846" y="523091"/>
                    <a:pt x="262707" y="523091"/>
                  </a:cubicBezTo>
                  <a:cubicBezTo>
                    <a:pt x="320192" y="523091"/>
                    <a:pt x="374738" y="504805"/>
                    <a:pt x="420449" y="470189"/>
                  </a:cubicBezTo>
                  <a:cubicBezTo>
                    <a:pt x="461166" y="439369"/>
                    <a:pt x="492370" y="396597"/>
                    <a:pt x="509343" y="348733"/>
                  </a:cubicBezTo>
                  <a:lnTo>
                    <a:pt x="577727" y="348733"/>
                  </a:lnTo>
                  <a:cubicBezTo>
                    <a:pt x="590760" y="348733"/>
                    <a:pt x="599211" y="334887"/>
                    <a:pt x="593217" y="323292"/>
                  </a:cubicBezTo>
                  <a:lnTo>
                    <a:pt x="570330" y="278983"/>
                  </a:lnTo>
                  <a:close/>
                  <a:moveTo>
                    <a:pt x="531077" y="244108"/>
                  </a:moveTo>
                  <a:lnTo>
                    <a:pt x="465293" y="244108"/>
                  </a:lnTo>
                  <a:lnTo>
                    <a:pt x="482731" y="209242"/>
                  </a:lnTo>
                  <a:lnTo>
                    <a:pt x="549105" y="209242"/>
                  </a:lnTo>
                  <a:lnTo>
                    <a:pt x="531086" y="244108"/>
                  </a:lnTo>
                  <a:close/>
                  <a:moveTo>
                    <a:pt x="383519" y="244108"/>
                  </a:moveTo>
                  <a:cubicBezTo>
                    <a:pt x="375032" y="185042"/>
                    <a:pt x="324096" y="139492"/>
                    <a:pt x="262716" y="139492"/>
                  </a:cubicBezTo>
                  <a:cubicBezTo>
                    <a:pt x="195413" y="139492"/>
                    <a:pt x="140662" y="194243"/>
                    <a:pt x="140662" y="261546"/>
                  </a:cubicBezTo>
                  <a:cubicBezTo>
                    <a:pt x="140662" y="328848"/>
                    <a:pt x="195413" y="383600"/>
                    <a:pt x="262716" y="383600"/>
                  </a:cubicBezTo>
                  <a:cubicBezTo>
                    <a:pt x="324096" y="383600"/>
                    <a:pt x="375032" y="338058"/>
                    <a:pt x="383519" y="278983"/>
                  </a:cubicBezTo>
                  <a:lnTo>
                    <a:pt x="418671" y="278983"/>
                  </a:lnTo>
                  <a:cubicBezTo>
                    <a:pt x="409970" y="357336"/>
                    <a:pt x="343355" y="418475"/>
                    <a:pt x="262716" y="418475"/>
                  </a:cubicBezTo>
                  <a:cubicBezTo>
                    <a:pt x="176189" y="418475"/>
                    <a:pt x="105787" y="348081"/>
                    <a:pt x="105787" y="261546"/>
                  </a:cubicBezTo>
                  <a:cubicBezTo>
                    <a:pt x="105787" y="175010"/>
                    <a:pt x="176180" y="104616"/>
                    <a:pt x="262716" y="104616"/>
                  </a:cubicBezTo>
                  <a:cubicBezTo>
                    <a:pt x="343355" y="104616"/>
                    <a:pt x="409970" y="165755"/>
                    <a:pt x="418671" y="244108"/>
                  </a:cubicBezTo>
                  <a:lnTo>
                    <a:pt x="383519" y="244108"/>
                  </a:lnTo>
                  <a:close/>
                  <a:moveTo>
                    <a:pt x="312027" y="244108"/>
                  </a:moveTo>
                  <a:cubicBezTo>
                    <a:pt x="304827" y="223812"/>
                    <a:pt x="285451" y="209242"/>
                    <a:pt x="262716" y="209242"/>
                  </a:cubicBezTo>
                  <a:cubicBezTo>
                    <a:pt x="233870" y="209242"/>
                    <a:pt x="210412" y="232700"/>
                    <a:pt x="210412" y="261546"/>
                  </a:cubicBezTo>
                  <a:cubicBezTo>
                    <a:pt x="210412" y="290391"/>
                    <a:pt x="233870" y="313858"/>
                    <a:pt x="262716" y="313858"/>
                  </a:cubicBezTo>
                  <a:cubicBezTo>
                    <a:pt x="285451" y="313858"/>
                    <a:pt x="304827" y="299279"/>
                    <a:pt x="312027" y="278983"/>
                  </a:cubicBezTo>
                  <a:lnTo>
                    <a:pt x="348144" y="278983"/>
                  </a:lnTo>
                  <a:cubicBezTo>
                    <a:pt x="340050" y="318727"/>
                    <a:pt x="304818" y="348733"/>
                    <a:pt x="262716" y="348733"/>
                  </a:cubicBezTo>
                  <a:cubicBezTo>
                    <a:pt x="214646" y="348733"/>
                    <a:pt x="175537" y="309624"/>
                    <a:pt x="175537" y="261546"/>
                  </a:cubicBezTo>
                  <a:cubicBezTo>
                    <a:pt x="175537" y="213467"/>
                    <a:pt x="214646" y="174367"/>
                    <a:pt x="262716" y="174367"/>
                  </a:cubicBezTo>
                  <a:cubicBezTo>
                    <a:pt x="304818" y="174367"/>
                    <a:pt x="340041" y="204364"/>
                    <a:pt x="348144" y="244108"/>
                  </a:cubicBezTo>
                  <a:lnTo>
                    <a:pt x="312027" y="244108"/>
                  </a:lnTo>
                  <a:close/>
                  <a:moveTo>
                    <a:pt x="280153" y="261546"/>
                  </a:moveTo>
                  <a:cubicBezTo>
                    <a:pt x="280153" y="271158"/>
                    <a:pt x="272337" y="278983"/>
                    <a:pt x="262716" y="278983"/>
                  </a:cubicBezTo>
                  <a:cubicBezTo>
                    <a:pt x="253095" y="278983"/>
                    <a:pt x="245278" y="271158"/>
                    <a:pt x="245278" y="261546"/>
                  </a:cubicBezTo>
                  <a:cubicBezTo>
                    <a:pt x="245278" y="251933"/>
                    <a:pt x="253104" y="244108"/>
                    <a:pt x="262716" y="244108"/>
                  </a:cubicBezTo>
                  <a:cubicBezTo>
                    <a:pt x="272328" y="244108"/>
                    <a:pt x="280153" y="251933"/>
                    <a:pt x="280153" y="261546"/>
                  </a:cubicBezTo>
                  <a:close/>
                  <a:moveTo>
                    <a:pt x="262716" y="488225"/>
                  </a:moveTo>
                  <a:cubicBezTo>
                    <a:pt x="137089" y="488225"/>
                    <a:pt x="34884" y="386539"/>
                    <a:pt x="34884" y="261546"/>
                  </a:cubicBezTo>
                  <a:cubicBezTo>
                    <a:pt x="34884" y="136553"/>
                    <a:pt x="137089" y="34875"/>
                    <a:pt x="262716" y="34875"/>
                  </a:cubicBezTo>
                  <a:cubicBezTo>
                    <a:pt x="354281" y="34875"/>
                    <a:pt x="437199" y="91181"/>
                    <a:pt x="472002" y="174367"/>
                  </a:cubicBezTo>
                  <a:lnTo>
                    <a:pt x="471949" y="174367"/>
                  </a:lnTo>
                  <a:cubicBezTo>
                    <a:pt x="465338" y="174367"/>
                    <a:pt x="459308" y="178101"/>
                    <a:pt x="456351" y="184006"/>
                  </a:cubicBezTo>
                  <a:lnTo>
                    <a:pt x="445944" y="204820"/>
                  </a:lnTo>
                  <a:cubicBezTo>
                    <a:pt x="421700" y="126664"/>
                    <a:pt x="348725" y="69750"/>
                    <a:pt x="262707" y="69750"/>
                  </a:cubicBezTo>
                  <a:cubicBezTo>
                    <a:pt x="156947" y="69750"/>
                    <a:pt x="70911" y="155795"/>
                    <a:pt x="70911" y="261554"/>
                  </a:cubicBezTo>
                  <a:cubicBezTo>
                    <a:pt x="70911" y="367314"/>
                    <a:pt x="156956" y="453359"/>
                    <a:pt x="262707" y="453359"/>
                  </a:cubicBezTo>
                  <a:cubicBezTo>
                    <a:pt x="348725" y="453359"/>
                    <a:pt x="421700" y="396437"/>
                    <a:pt x="445944" y="318289"/>
                  </a:cubicBezTo>
                  <a:lnTo>
                    <a:pt x="456351" y="339103"/>
                  </a:lnTo>
                  <a:cubicBezTo>
                    <a:pt x="459308" y="345008"/>
                    <a:pt x="465338" y="348742"/>
                    <a:pt x="471949" y="348742"/>
                  </a:cubicBezTo>
                  <a:lnTo>
                    <a:pt x="472002" y="348742"/>
                  </a:lnTo>
                  <a:cubicBezTo>
                    <a:pt x="437199" y="431928"/>
                    <a:pt x="354272" y="488234"/>
                    <a:pt x="262716" y="488234"/>
                  </a:cubicBezTo>
                  <a:close/>
                  <a:moveTo>
                    <a:pt x="482731" y="313858"/>
                  </a:moveTo>
                  <a:lnTo>
                    <a:pt x="465293" y="278983"/>
                  </a:lnTo>
                  <a:lnTo>
                    <a:pt x="531077" y="278983"/>
                  </a:lnTo>
                  <a:lnTo>
                    <a:pt x="549096" y="313858"/>
                  </a:lnTo>
                  <a:lnTo>
                    <a:pt x="482722" y="3138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3" name="Google Shape;2833;p34"/>
          <p:cNvGrpSpPr/>
          <p:nvPr/>
        </p:nvGrpSpPr>
        <p:grpSpPr>
          <a:xfrm>
            <a:off x="5539125" y="2234550"/>
            <a:ext cx="1074900" cy="1074900"/>
            <a:chOff x="5141150" y="1946450"/>
            <a:chExt cx="1074900" cy="1074900"/>
          </a:xfrm>
        </p:grpSpPr>
        <p:sp>
          <p:nvSpPr>
            <p:cNvPr id="2834" name="Google Shape;2834;p34"/>
            <p:cNvSpPr/>
            <p:nvPr/>
          </p:nvSpPr>
          <p:spPr>
            <a:xfrm>
              <a:off x="5141150" y="1946450"/>
              <a:ext cx="1074900" cy="107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dk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2835" name="Google Shape;2835;p34"/>
            <p:cNvGrpSpPr/>
            <p:nvPr/>
          </p:nvGrpSpPr>
          <p:grpSpPr>
            <a:xfrm>
              <a:off x="5359378" y="2164664"/>
              <a:ext cx="638454" cy="638463"/>
              <a:chOff x="2567609" y="5035623"/>
              <a:chExt cx="596352" cy="596360"/>
            </a:xfrm>
          </p:grpSpPr>
          <p:sp>
            <p:nvSpPr>
              <p:cNvPr id="2836" name="Google Shape;2836;p34"/>
              <p:cNvSpPr/>
              <p:nvPr/>
            </p:nvSpPr>
            <p:spPr>
              <a:xfrm>
                <a:off x="2567609" y="5457269"/>
                <a:ext cx="174715" cy="174714"/>
              </a:xfrm>
              <a:custGeom>
                <a:rect b="b" l="l" r="r" t="t"/>
                <a:pathLst>
                  <a:path extrusionOk="0" h="174714" w="174715">
                    <a:moveTo>
                      <a:pt x="157242" y="0"/>
                    </a:moveTo>
                    <a:lnTo>
                      <a:pt x="17473" y="0"/>
                    </a:lnTo>
                    <a:cubicBezTo>
                      <a:pt x="7825" y="0"/>
                      <a:pt x="0" y="7825"/>
                      <a:pt x="0" y="17473"/>
                    </a:cubicBezTo>
                    <a:lnTo>
                      <a:pt x="0" y="157241"/>
                    </a:lnTo>
                    <a:cubicBezTo>
                      <a:pt x="0" y="166889"/>
                      <a:pt x="7825" y="174715"/>
                      <a:pt x="17473" y="174715"/>
                    </a:cubicBezTo>
                    <a:lnTo>
                      <a:pt x="157242" y="174715"/>
                    </a:lnTo>
                    <a:cubicBezTo>
                      <a:pt x="166890" y="174715"/>
                      <a:pt x="174715" y="166889"/>
                      <a:pt x="174715" y="157241"/>
                    </a:cubicBezTo>
                    <a:lnTo>
                      <a:pt x="174715" y="17473"/>
                    </a:lnTo>
                    <a:cubicBezTo>
                      <a:pt x="174715" y="7825"/>
                      <a:pt x="166890" y="0"/>
                      <a:pt x="157242" y="0"/>
                    </a:cubicBezTo>
                    <a:close/>
                    <a:moveTo>
                      <a:pt x="139768" y="34946"/>
                    </a:moveTo>
                    <a:lnTo>
                      <a:pt x="139768" y="69893"/>
                    </a:lnTo>
                    <a:lnTo>
                      <a:pt x="34938" y="69893"/>
                    </a:lnTo>
                    <a:lnTo>
                      <a:pt x="34938" y="34946"/>
                    </a:lnTo>
                    <a:lnTo>
                      <a:pt x="139768" y="34946"/>
                    </a:lnTo>
                    <a:close/>
                    <a:moveTo>
                      <a:pt x="139768" y="139777"/>
                    </a:moveTo>
                    <a:lnTo>
                      <a:pt x="34938" y="139777"/>
                    </a:lnTo>
                    <a:lnTo>
                      <a:pt x="34938" y="104830"/>
                    </a:lnTo>
                    <a:lnTo>
                      <a:pt x="139768" y="104830"/>
                    </a:lnTo>
                    <a:lnTo>
                      <a:pt x="139768" y="13977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7" name="Google Shape;2837;p34"/>
              <p:cNvSpPr/>
              <p:nvPr/>
            </p:nvSpPr>
            <p:spPr>
              <a:xfrm>
                <a:off x="2778423" y="5387384"/>
                <a:ext cx="174715" cy="244599"/>
              </a:xfrm>
              <a:custGeom>
                <a:rect b="b" l="l" r="r" t="t"/>
                <a:pathLst>
                  <a:path extrusionOk="0" h="244599" w="174715">
                    <a:moveTo>
                      <a:pt x="157242" y="0"/>
                    </a:moveTo>
                    <a:lnTo>
                      <a:pt x="17473" y="0"/>
                    </a:lnTo>
                    <a:cubicBezTo>
                      <a:pt x="7825" y="0"/>
                      <a:pt x="0" y="7826"/>
                      <a:pt x="0" y="17473"/>
                    </a:cubicBezTo>
                    <a:lnTo>
                      <a:pt x="0" y="227126"/>
                    </a:lnTo>
                    <a:cubicBezTo>
                      <a:pt x="0" y="236774"/>
                      <a:pt x="7825" y="244599"/>
                      <a:pt x="17473" y="244599"/>
                    </a:cubicBezTo>
                    <a:lnTo>
                      <a:pt x="157242" y="244599"/>
                    </a:lnTo>
                    <a:cubicBezTo>
                      <a:pt x="166890" y="244599"/>
                      <a:pt x="174715" y="236774"/>
                      <a:pt x="174715" y="227126"/>
                    </a:cubicBezTo>
                    <a:lnTo>
                      <a:pt x="174715" y="17473"/>
                    </a:lnTo>
                    <a:cubicBezTo>
                      <a:pt x="174715" y="7826"/>
                      <a:pt x="166890" y="0"/>
                      <a:pt x="157242" y="0"/>
                    </a:cubicBezTo>
                    <a:close/>
                    <a:moveTo>
                      <a:pt x="34947" y="104831"/>
                    </a:moveTo>
                    <a:lnTo>
                      <a:pt x="139777" y="104831"/>
                    </a:lnTo>
                    <a:lnTo>
                      <a:pt x="139777" y="139778"/>
                    </a:lnTo>
                    <a:lnTo>
                      <a:pt x="34947" y="139778"/>
                    </a:lnTo>
                    <a:lnTo>
                      <a:pt x="34947" y="104831"/>
                    </a:lnTo>
                    <a:close/>
                    <a:moveTo>
                      <a:pt x="139777" y="34947"/>
                    </a:moveTo>
                    <a:lnTo>
                      <a:pt x="139777" y="69893"/>
                    </a:lnTo>
                    <a:lnTo>
                      <a:pt x="34947" y="69893"/>
                    </a:lnTo>
                    <a:lnTo>
                      <a:pt x="34947" y="34947"/>
                    </a:lnTo>
                    <a:lnTo>
                      <a:pt x="139777" y="34947"/>
                    </a:lnTo>
                    <a:close/>
                    <a:moveTo>
                      <a:pt x="139777" y="209662"/>
                    </a:moveTo>
                    <a:lnTo>
                      <a:pt x="34947" y="209662"/>
                    </a:lnTo>
                    <a:lnTo>
                      <a:pt x="34947" y="174715"/>
                    </a:lnTo>
                    <a:lnTo>
                      <a:pt x="139777" y="174715"/>
                    </a:lnTo>
                    <a:lnTo>
                      <a:pt x="139777" y="2096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8" name="Google Shape;2838;p34"/>
              <p:cNvSpPr/>
              <p:nvPr/>
            </p:nvSpPr>
            <p:spPr>
              <a:xfrm>
                <a:off x="2989246" y="5247615"/>
                <a:ext cx="174715" cy="384367"/>
              </a:xfrm>
              <a:custGeom>
                <a:rect b="b" l="l" r="r" t="t"/>
                <a:pathLst>
                  <a:path extrusionOk="0" h="384367" w="174715">
                    <a:moveTo>
                      <a:pt x="157242" y="0"/>
                    </a:moveTo>
                    <a:lnTo>
                      <a:pt x="17473" y="0"/>
                    </a:lnTo>
                    <a:cubicBezTo>
                      <a:pt x="7825" y="0"/>
                      <a:pt x="0" y="7826"/>
                      <a:pt x="0" y="17473"/>
                    </a:cubicBezTo>
                    <a:lnTo>
                      <a:pt x="0" y="366894"/>
                    </a:lnTo>
                    <a:cubicBezTo>
                      <a:pt x="0" y="376543"/>
                      <a:pt x="7825" y="384368"/>
                      <a:pt x="17473" y="384368"/>
                    </a:cubicBezTo>
                    <a:lnTo>
                      <a:pt x="157242" y="384368"/>
                    </a:lnTo>
                    <a:cubicBezTo>
                      <a:pt x="166890" y="384368"/>
                      <a:pt x="174715" y="376543"/>
                      <a:pt x="174715" y="366894"/>
                    </a:cubicBezTo>
                    <a:lnTo>
                      <a:pt x="174715" y="17473"/>
                    </a:lnTo>
                    <a:cubicBezTo>
                      <a:pt x="174715" y="7826"/>
                      <a:pt x="166890" y="0"/>
                      <a:pt x="157242" y="0"/>
                    </a:cubicBezTo>
                    <a:close/>
                    <a:moveTo>
                      <a:pt x="34947" y="209653"/>
                    </a:moveTo>
                    <a:lnTo>
                      <a:pt x="34947" y="174706"/>
                    </a:lnTo>
                    <a:lnTo>
                      <a:pt x="139777" y="174706"/>
                    </a:lnTo>
                    <a:lnTo>
                      <a:pt x="139777" y="209653"/>
                    </a:lnTo>
                    <a:lnTo>
                      <a:pt x="34947" y="209653"/>
                    </a:lnTo>
                    <a:close/>
                    <a:moveTo>
                      <a:pt x="139777" y="139768"/>
                    </a:moveTo>
                    <a:lnTo>
                      <a:pt x="34947" y="139768"/>
                    </a:lnTo>
                    <a:lnTo>
                      <a:pt x="34947" y="104822"/>
                    </a:lnTo>
                    <a:lnTo>
                      <a:pt x="139777" y="104822"/>
                    </a:lnTo>
                    <a:lnTo>
                      <a:pt x="139777" y="139768"/>
                    </a:lnTo>
                    <a:close/>
                    <a:moveTo>
                      <a:pt x="34947" y="244599"/>
                    </a:moveTo>
                    <a:lnTo>
                      <a:pt x="139777" y="244599"/>
                    </a:lnTo>
                    <a:lnTo>
                      <a:pt x="139777" y="279546"/>
                    </a:lnTo>
                    <a:lnTo>
                      <a:pt x="34947" y="279546"/>
                    </a:lnTo>
                    <a:lnTo>
                      <a:pt x="34947" y="244599"/>
                    </a:lnTo>
                    <a:close/>
                    <a:moveTo>
                      <a:pt x="139777" y="34947"/>
                    </a:moveTo>
                    <a:lnTo>
                      <a:pt x="139777" y="69893"/>
                    </a:lnTo>
                    <a:lnTo>
                      <a:pt x="34947" y="69893"/>
                    </a:lnTo>
                    <a:lnTo>
                      <a:pt x="34947" y="34947"/>
                    </a:lnTo>
                    <a:lnTo>
                      <a:pt x="139777" y="34947"/>
                    </a:lnTo>
                    <a:close/>
                    <a:moveTo>
                      <a:pt x="139777" y="349430"/>
                    </a:moveTo>
                    <a:lnTo>
                      <a:pt x="34947" y="349430"/>
                    </a:lnTo>
                    <a:lnTo>
                      <a:pt x="34947" y="314484"/>
                    </a:lnTo>
                    <a:lnTo>
                      <a:pt x="139777" y="314484"/>
                    </a:lnTo>
                    <a:lnTo>
                      <a:pt x="139777" y="34943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9" name="Google Shape;2839;p34"/>
              <p:cNvSpPr/>
              <p:nvPr/>
            </p:nvSpPr>
            <p:spPr>
              <a:xfrm>
                <a:off x="2638646" y="5035623"/>
                <a:ext cx="454260" cy="315653"/>
              </a:xfrm>
              <a:custGeom>
                <a:rect b="b" l="l" r="r" t="t"/>
                <a:pathLst>
                  <a:path extrusionOk="0" h="315653" w="454260">
                    <a:moveTo>
                      <a:pt x="17482" y="315653"/>
                    </a:moveTo>
                    <a:cubicBezTo>
                      <a:pt x="21958" y="315653"/>
                      <a:pt x="26424" y="313948"/>
                      <a:pt x="29837" y="310535"/>
                    </a:cubicBezTo>
                    <a:lnTo>
                      <a:pt x="157251" y="183121"/>
                    </a:lnTo>
                    <a:lnTo>
                      <a:pt x="214780" y="240651"/>
                    </a:lnTo>
                    <a:cubicBezTo>
                      <a:pt x="221614" y="247484"/>
                      <a:pt x="232709" y="247466"/>
                      <a:pt x="239525" y="240615"/>
                    </a:cubicBezTo>
                    <a:lnTo>
                      <a:pt x="419314" y="59825"/>
                    </a:lnTo>
                    <a:lnTo>
                      <a:pt x="419314" y="87366"/>
                    </a:lnTo>
                    <a:cubicBezTo>
                      <a:pt x="419314" y="97014"/>
                      <a:pt x="427140" y="104840"/>
                      <a:pt x="436788" y="104840"/>
                    </a:cubicBezTo>
                    <a:cubicBezTo>
                      <a:pt x="446435" y="104840"/>
                      <a:pt x="454261" y="97014"/>
                      <a:pt x="454261" y="87366"/>
                    </a:cubicBezTo>
                    <a:lnTo>
                      <a:pt x="454261" y="17455"/>
                    </a:lnTo>
                    <a:cubicBezTo>
                      <a:pt x="454243" y="8263"/>
                      <a:pt x="446981" y="304"/>
                      <a:pt x="437288" y="27"/>
                    </a:cubicBezTo>
                    <a:cubicBezTo>
                      <a:pt x="437118" y="27"/>
                      <a:pt x="436957" y="0"/>
                      <a:pt x="436788" y="0"/>
                    </a:cubicBezTo>
                    <a:lnTo>
                      <a:pt x="366903" y="0"/>
                    </a:lnTo>
                    <a:cubicBezTo>
                      <a:pt x="357256" y="0"/>
                      <a:pt x="349430" y="7825"/>
                      <a:pt x="349430" y="17473"/>
                    </a:cubicBezTo>
                    <a:cubicBezTo>
                      <a:pt x="349430" y="27121"/>
                      <a:pt x="357256" y="34946"/>
                      <a:pt x="366903" y="34946"/>
                    </a:cubicBezTo>
                    <a:lnTo>
                      <a:pt x="394775" y="34946"/>
                    </a:lnTo>
                    <a:lnTo>
                      <a:pt x="227099" y="203551"/>
                    </a:lnTo>
                    <a:lnTo>
                      <a:pt x="169596" y="146057"/>
                    </a:lnTo>
                    <a:cubicBezTo>
                      <a:pt x="162780" y="139232"/>
                      <a:pt x="151712" y="139232"/>
                      <a:pt x="144887" y="146057"/>
                    </a:cubicBezTo>
                    <a:lnTo>
                      <a:pt x="5119" y="285826"/>
                    </a:lnTo>
                    <a:cubicBezTo>
                      <a:pt x="-1706" y="292642"/>
                      <a:pt x="-1706" y="303710"/>
                      <a:pt x="5119" y="310535"/>
                    </a:cubicBezTo>
                    <a:cubicBezTo>
                      <a:pt x="8522" y="313948"/>
                      <a:pt x="12998" y="315653"/>
                      <a:pt x="17473" y="3156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40" name="Google Shape;2840;p34"/>
          <p:cNvGrpSpPr/>
          <p:nvPr/>
        </p:nvGrpSpPr>
        <p:grpSpPr>
          <a:xfrm>
            <a:off x="6614013" y="1297088"/>
            <a:ext cx="1074900" cy="1074900"/>
            <a:chOff x="7248188" y="957588"/>
            <a:chExt cx="1074900" cy="1074900"/>
          </a:xfrm>
        </p:grpSpPr>
        <p:sp>
          <p:nvSpPr>
            <p:cNvPr id="2841" name="Google Shape;2841;p34"/>
            <p:cNvSpPr/>
            <p:nvPr/>
          </p:nvSpPr>
          <p:spPr>
            <a:xfrm>
              <a:off x="7248188" y="957588"/>
              <a:ext cx="1074900" cy="107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2842" name="Google Shape;2842;p34"/>
            <p:cNvGrpSpPr/>
            <p:nvPr/>
          </p:nvGrpSpPr>
          <p:grpSpPr>
            <a:xfrm>
              <a:off x="7476386" y="1140794"/>
              <a:ext cx="618539" cy="708514"/>
              <a:chOff x="7774320" y="3129470"/>
              <a:chExt cx="519606" cy="595190"/>
            </a:xfrm>
          </p:grpSpPr>
          <p:sp>
            <p:nvSpPr>
              <p:cNvPr id="2843" name="Google Shape;2843;p34"/>
              <p:cNvSpPr/>
              <p:nvPr/>
            </p:nvSpPr>
            <p:spPr>
              <a:xfrm>
                <a:off x="7774320" y="3409623"/>
                <a:ext cx="519606" cy="315037"/>
              </a:xfrm>
              <a:custGeom>
                <a:rect b="b" l="l" r="r" t="t"/>
                <a:pathLst>
                  <a:path extrusionOk="0" h="315037" w="519606">
                    <a:moveTo>
                      <a:pt x="517088" y="8415"/>
                    </a:moveTo>
                    <a:cubicBezTo>
                      <a:pt x="513926" y="3189"/>
                      <a:pt x="508271" y="0"/>
                      <a:pt x="502161" y="0"/>
                    </a:cubicBezTo>
                    <a:cubicBezTo>
                      <a:pt x="450670" y="0"/>
                      <a:pt x="403521" y="26469"/>
                      <a:pt x="376685" y="69750"/>
                    </a:cubicBezTo>
                    <a:lnTo>
                      <a:pt x="169882" y="69750"/>
                    </a:lnTo>
                    <a:cubicBezTo>
                      <a:pt x="146593" y="69750"/>
                      <a:pt x="124698" y="78817"/>
                      <a:pt x="108235" y="95290"/>
                    </a:cubicBezTo>
                    <a:lnTo>
                      <a:pt x="5110" y="198415"/>
                    </a:lnTo>
                    <a:cubicBezTo>
                      <a:pt x="1840" y="201684"/>
                      <a:pt x="0" y="206124"/>
                      <a:pt x="0" y="210742"/>
                    </a:cubicBezTo>
                    <a:cubicBezTo>
                      <a:pt x="0" y="215361"/>
                      <a:pt x="1831" y="219801"/>
                      <a:pt x="5110" y="223070"/>
                    </a:cubicBezTo>
                    <a:cubicBezTo>
                      <a:pt x="47462" y="265422"/>
                      <a:pt x="91896" y="309526"/>
                      <a:pt x="92342" y="309972"/>
                    </a:cubicBezTo>
                    <a:cubicBezTo>
                      <a:pt x="95746" y="313349"/>
                      <a:pt x="100186" y="315037"/>
                      <a:pt x="104625" y="315037"/>
                    </a:cubicBezTo>
                    <a:cubicBezTo>
                      <a:pt x="109065" y="315037"/>
                      <a:pt x="113523" y="313340"/>
                      <a:pt x="116926" y="309954"/>
                    </a:cubicBezTo>
                    <a:lnTo>
                      <a:pt x="183067" y="244126"/>
                    </a:lnTo>
                    <a:lnTo>
                      <a:pt x="329143" y="244126"/>
                    </a:lnTo>
                    <a:cubicBezTo>
                      <a:pt x="374702" y="244126"/>
                      <a:pt x="416134" y="219068"/>
                      <a:pt x="437262" y="178726"/>
                    </a:cubicBezTo>
                    <a:cubicBezTo>
                      <a:pt x="437789" y="177717"/>
                      <a:pt x="490610" y="76923"/>
                      <a:pt x="517606" y="25558"/>
                    </a:cubicBezTo>
                    <a:cubicBezTo>
                      <a:pt x="520447" y="20153"/>
                      <a:pt x="520250" y="13659"/>
                      <a:pt x="517097" y="8424"/>
                    </a:cubicBezTo>
                    <a:close/>
                    <a:moveTo>
                      <a:pt x="406361" y="162530"/>
                    </a:moveTo>
                    <a:cubicBezTo>
                      <a:pt x="391273" y="191340"/>
                      <a:pt x="361686" y="209242"/>
                      <a:pt x="329143" y="209242"/>
                    </a:cubicBezTo>
                    <a:lnTo>
                      <a:pt x="175868" y="209242"/>
                    </a:lnTo>
                    <a:cubicBezTo>
                      <a:pt x="171258" y="209242"/>
                      <a:pt x="166836" y="211064"/>
                      <a:pt x="163566" y="214316"/>
                    </a:cubicBezTo>
                    <a:lnTo>
                      <a:pt x="104617" y="272998"/>
                    </a:lnTo>
                    <a:cubicBezTo>
                      <a:pt x="90725" y="259196"/>
                      <a:pt x="66820" y="235416"/>
                      <a:pt x="42111" y="210725"/>
                    </a:cubicBezTo>
                    <a:lnTo>
                      <a:pt x="132908" y="119937"/>
                    </a:lnTo>
                    <a:cubicBezTo>
                      <a:pt x="142788" y="110057"/>
                      <a:pt x="155928" y="104616"/>
                      <a:pt x="169900" y="104616"/>
                    </a:cubicBezTo>
                    <a:lnTo>
                      <a:pt x="357980" y="104616"/>
                    </a:lnTo>
                    <a:lnTo>
                      <a:pt x="344597" y="130147"/>
                    </a:lnTo>
                    <a:cubicBezTo>
                      <a:pt x="341578" y="135909"/>
                      <a:pt x="335664" y="139491"/>
                      <a:pt x="329152" y="139491"/>
                    </a:cubicBezTo>
                    <a:lnTo>
                      <a:pt x="210751" y="139491"/>
                    </a:lnTo>
                    <a:cubicBezTo>
                      <a:pt x="201121" y="139491"/>
                      <a:pt x="193314" y="147299"/>
                      <a:pt x="193314" y="156929"/>
                    </a:cubicBezTo>
                    <a:cubicBezTo>
                      <a:pt x="193314" y="166559"/>
                      <a:pt x="201121" y="174367"/>
                      <a:pt x="210751" y="174367"/>
                    </a:cubicBezTo>
                    <a:lnTo>
                      <a:pt x="329152" y="174367"/>
                    </a:lnTo>
                    <a:cubicBezTo>
                      <a:pt x="348670" y="174367"/>
                      <a:pt x="366421" y="163629"/>
                      <a:pt x="375480" y="146343"/>
                    </a:cubicBezTo>
                    <a:cubicBezTo>
                      <a:pt x="375497" y="146308"/>
                      <a:pt x="402386" y="95004"/>
                      <a:pt x="402386" y="95004"/>
                    </a:cubicBezTo>
                    <a:cubicBezTo>
                      <a:pt x="416992" y="67365"/>
                      <a:pt x="441916" y="47542"/>
                      <a:pt x="471038" y="39217"/>
                    </a:cubicBezTo>
                    <a:cubicBezTo>
                      <a:pt x="443220" y="92217"/>
                      <a:pt x="406808" y="161691"/>
                      <a:pt x="406371" y="1625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4" name="Google Shape;2844;p34"/>
              <p:cNvSpPr/>
              <p:nvPr/>
            </p:nvSpPr>
            <p:spPr>
              <a:xfrm>
                <a:off x="7880437" y="3129470"/>
                <a:ext cx="313858" cy="313858"/>
              </a:xfrm>
              <a:custGeom>
                <a:rect b="b" l="l" r="r" t="t"/>
                <a:pathLst>
                  <a:path extrusionOk="0" h="313858" w="313858">
                    <a:moveTo>
                      <a:pt x="0" y="156929"/>
                    </a:moveTo>
                    <a:cubicBezTo>
                      <a:pt x="0" y="243259"/>
                      <a:pt x="70224" y="313858"/>
                      <a:pt x="156929" y="313858"/>
                    </a:cubicBezTo>
                    <a:cubicBezTo>
                      <a:pt x="243634" y="313858"/>
                      <a:pt x="313858" y="243313"/>
                      <a:pt x="313858" y="156929"/>
                    </a:cubicBezTo>
                    <a:cubicBezTo>
                      <a:pt x="313858" y="65471"/>
                      <a:pt x="239007" y="0"/>
                      <a:pt x="156929" y="0"/>
                    </a:cubicBezTo>
                    <a:cubicBezTo>
                      <a:pt x="70608" y="0"/>
                      <a:pt x="0" y="70215"/>
                      <a:pt x="0" y="156929"/>
                    </a:cubicBezTo>
                    <a:close/>
                    <a:moveTo>
                      <a:pt x="156929" y="34866"/>
                    </a:moveTo>
                    <a:cubicBezTo>
                      <a:pt x="159421" y="34866"/>
                      <a:pt x="168551" y="40289"/>
                      <a:pt x="177591" y="64408"/>
                    </a:cubicBezTo>
                    <a:cubicBezTo>
                      <a:pt x="180200" y="71358"/>
                      <a:pt x="182460" y="79005"/>
                      <a:pt x="184381" y="87179"/>
                    </a:cubicBezTo>
                    <a:lnTo>
                      <a:pt x="129487" y="87179"/>
                    </a:lnTo>
                    <a:cubicBezTo>
                      <a:pt x="131407" y="79014"/>
                      <a:pt x="133667" y="71358"/>
                      <a:pt x="136267" y="64408"/>
                    </a:cubicBezTo>
                    <a:cubicBezTo>
                      <a:pt x="145316" y="40289"/>
                      <a:pt x="154445" y="34866"/>
                      <a:pt x="156929" y="34866"/>
                    </a:cubicBezTo>
                    <a:close/>
                    <a:moveTo>
                      <a:pt x="190080" y="122054"/>
                    </a:moveTo>
                    <a:cubicBezTo>
                      <a:pt x="191214" y="133256"/>
                      <a:pt x="191813" y="144941"/>
                      <a:pt x="191813" y="156929"/>
                    </a:cubicBezTo>
                    <a:cubicBezTo>
                      <a:pt x="191813" y="168918"/>
                      <a:pt x="191214" y="180602"/>
                      <a:pt x="190080" y="191804"/>
                    </a:cubicBezTo>
                    <a:lnTo>
                      <a:pt x="123796" y="191804"/>
                    </a:lnTo>
                    <a:cubicBezTo>
                      <a:pt x="122661" y="180602"/>
                      <a:pt x="122063" y="168918"/>
                      <a:pt x="122063" y="156929"/>
                    </a:cubicBezTo>
                    <a:cubicBezTo>
                      <a:pt x="122063" y="144941"/>
                      <a:pt x="122661" y="133256"/>
                      <a:pt x="123796" y="122054"/>
                    </a:cubicBezTo>
                    <a:lnTo>
                      <a:pt x="190080" y="122054"/>
                    </a:lnTo>
                    <a:close/>
                    <a:moveTo>
                      <a:pt x="278992" y="156929"/>
                    </a:moveTo>
                    <a:cubicBezTo>
                      <a:pt x="278992" y="169042"/>
                      <a:pt x="277215" y="180745"/>
                      <a:pt x="273909" y="191804"/>
                    </a:cubicBezTo>
                    <a:lnTo>
                      <a:pt x="225098" y="191804"/>
                    </a:lnTo>
                    <a:cubicBezTo>
                      <a:pt x="226134" y="180495"/>
                      <a:pt x="226679" y="168810"/>
                      <a:pt x="226679" y="156929"/>
                    </a:cubicBezTo>
                    <a:cubicBezTo>
                      <a:pt x="226679" y="145048"/>
                      <a:pt x="226144" y="133363"/>
                      <a:pt x="225098" y="122054"/>
                    </a:cubicBezTo>
                    <a:lnTo>
                      <a:pt x="273909" y="122054"/>
                    </a:lnTo>
                    <a:cubicBezTo>
                      <a:pt x="277215" y="133113"/>
                      <a:pt x="278992" y="144816"/>
                      <a:pt x="278992" y="156929"/>
                    </a:cubicBezTo>
                    <a:close/>
                    <a:moveTo>
                      <a:pt x="156929" y="278992"/>
                    </a:moveTo>
                    <a:cubicBezTo>
                      <a:pt x="154445" y="278992"/>
                      <a:pt x="145316" y="273570"/>
                      <a:pt x="136267" y="249450"/>
                    </a:cubicBezTo>
                    <a:cubicBezTo>
                      <a:pt x="133658" y="242500"/>
                      <a:pt x="131407" y="234621"/>
                      <a:pt x="129487" y="226447"/>
                    </a:cubicBezTo>
                    <a:lnTo>
                      <a:pt x="184381" y="226447"/>
                    </a:lnTo>
                    <a:cubicBezTo>
                      <a:pt x="182460" y="234612"/>
                      <a:pt x="180200" y="242500"/>
                      <a:pt x="177591" y="249450"/>
                    </a:cubicBezTo>
                    <a:cubicBezTo>
                      <a:pt x="168551" y="273570"/>
                      <a:pt x="159421" y="278992"/>
                      <a:pt x="156929" y="278992"/>
                    </a:cubicBezTo>
                    <a:close/>
                    <a:moveTo>
                      <a:pt x="88760" y="191804"/>
                    </a:moveTo>
                    <a:lnTo>
                      <a:pt x="39958" y="191804"/>
                    </a:lnTo>
                    <a:cubicBezTo>
                      <a:pt x="36653" y="180745"/>
                      <a:pt x="34875" y="169042"/>
                      <a:pt x="34875" y="156929"/>
                    </a:cubicBezTo>
                    <a:cubicBezTo>
                      <a:pt x="34875" y="144816"/>
                      <a:pt x="36662" y="132872"/>
                      <a:pt x="39958" y="121822"/>
                    </a:cubicBezTo>
                    <a:lnTo>
                      <a:pt x="88760" y="121822"/>
                    </a:lnTo>
                    <a:cubicBezTo>
                      <a:pt x="87724" y="133131"/>
                      <a:pt x="87179" y="145048"/>
                      <a:pt x="87179" y="156929"/>
                    </a:cubicBezTo>
                    <a:cubicBezTo>
                      <a:pt x="87179" y="168810"/>
                      <a:pt x="87724" y="180495"/>
                      <a:pt x="88760" y="191804"/>
                    </a:cubicBezTo>
                    <a:close/>
                    <a:moveTo>
                      <a:pt x="56815" y="226679"/>
                    </a:moveTo>
                    <a:lnTo>
                      <a:pt x="93798" y="226679"/>
                    </a:lnTo>
                    <a:cubicBezTo>
                      <a:pt x="96371" y="239355"/>
                      <a:pt x="99658" y="251147"/>
                      <a:pt x="103607" y="261697"/>
                    </a:cubicBezTo>
                    <a:cubicBezTo>
                      <a:pt x="104411" y="263850"/>
                      <a:pt x="105241" y="265896"/>
                      <a:pt x="106081" y="267888"/>
                    </a:cubicBezTo>
                    <a:cubicBezTo>
                      <a:pt x="86223" y="258750"/>
                      <a:pt x="69223" y="244439"/>
                      <a:pt x="56815" y="226688"/>
                    </a:cubicBezTo>
                    <a:close/>
                    <a:moveTo>
                      <a:pt x="207768" y="267879"/>
                    </a:moveTo>
                    <a:cubicBezTo>
                      <a:pt x="208607" y="265887"/>
                      <a:pt x="209430" y="263841"/>
                      <a:pt x="210242" y="261688"/>
                    </a:cubicBezTo>
                    <a:cubicBezTo>
                      <a:pt x="214190" y="251147"/>
                      <a:pt x="217487" y="239123"/>
                      <a:pt x="220051" y="226438"/>
                    </a:cubicBezTo>
                    <a:lnTo>
                      <a:pt x="257034" y="226438"/>
                    </a:lnTo>
                    <a:cubicBezTo>
                      <a:pt x="244626" y="244188"/>
                      <a:pt x="227626" y="258741"/>
                      <a:pt x="207768" y="267870"/>
                    </a:cubicBezTo>
                    <a:close/>
                    <a:moveTo>
                      <a:pt x="257034" y="87179"/>
                    </a:moveTo>
                    <a:lnTo>
                      <a:pt x="220051" y="87179"/>
                    </a:lnTo>
                    <a:cubicBezTo>
                      <a:pt x="217478" y="74503"/>
                      <a:pt x="214190" y="62711"/>
                      <a:pt x="210242" y="52161"/>
                    </a:cubicBezTo>
                    <a:cubicBezTo>
                      <a:pt x="209439" y="50008"/>
                      <a:pt x="208607" y="47962"/>
                      <a:pt x="207768" y="45970"/>
                    </a:cubicBezTo>
                    <a:cubicBezTo>
                      <a:pt x="227626" y="55109"/>
                      <a:pt x="244626" y="69420"/>
                      <a:pt x="257034" y="87170"/>
                    </a:cubicBezTo>
                    <a:close/>
                    <a:moveTo>
                      <a:pt x="106081" y="45979"/>
                    </a:moveTo>
                    <a:cubicBezTo>
                      <a:pt x="105241" y="47971"/>
                      <a:pt x="104420" y="50017"/>
                      <a:pt x="103607" y="52170"/>
                    </a:cubicBezTo>
                    <a:cubicBezTo>
                      <a:pt x="99658" y="62711"/>
                      <a:pt x="96362" y="74503"/>
                      <a:pt x="93798" y="87188"/>
                    </a:cubicBezTo>
                    <a:lnTo>
                      <a:pt x="56815" y="87188"/>
                    </a:lnTo>
                    <a:cubicBezTo>
                      <a:pt x="69223" y="69438"/>
                      <a:pt x="86223" y="55118"/>
                      <a:pt x="106081" y="459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8" name="Shape 2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3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Expect</a:t>
            </a:r>
            <a:endParaRPr/>
          </a:p>
        </p:txBody>
      </p:sp>
      <p:sp>
        <p:nvSpPr>
          <p:cNvPr id="2850" name="Google Shape;2850;p35"/>
          <p:cNvSpPr txBox="1"/>
          <p:nvPr>
            <p:ph idx="3" type="subTitle"/>
          </p:nvPr>
        </p:nvSpPr>
        <p:spPr>
          <a:xfrm>
            <a:off x="5829725" y="2669764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Giving credit where credit is due</a:t>
            </a:r>
            <a:endParaRPr sz="1700">
              <a:solidFill>
                <a:srgbClr val="666666"/>
              </a:solidFill>
            </a:endParaRPr>
          </a:p>
        </p:txBody>
      </p:sp>
      <p:sp>
        <p:nvSpPr>
          <p:cNvPr id="2851" name="Google Shape;2851;p35"/>
          <p:cNvSpPr txBox="1"/>
          <p:nvPr>
            <p:ph idx="1" type="subTitle"/>
          </p:nvPr>
        </p:nvSpPr>
        <p:spPr>
          <a:xfrm>
            <a:off x="780425" y="26737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Games are fun! Math is fun! Do they relate…?</a:t>
            </a:r>
            <a:endParaRPr sz="1500"/>
          </a:p>
        </p:txBody>
      </p:sp>
      <p:sp>
        <p:nvSpPr>
          <p:cNvPr id="2852" name="Google Shape;2852;p35"/>
          <p:cNvSpPr txBox="1"/>
          <p:nvPr>
            <p:ph idx="2" type="subTitle"/>
          </p:nvPr>
        </p:nvSpPr>
        <p:spPr>
          <a:xfrm>
            <a:off x="3305071" y="26717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My favorite part of mathematics</a:t>
            </a:r>
            <a:endParaRPr sz="1500"/>
          </a:p>
        </p:txBody>
      </p:sp>
      <p:sp>
        <p:nvSpPr>
          <p:cNvPr id="2853" name="Google Shape;2853;p35"/>
          <p:cNvSpPr txBox="1"/>
          <p:nvPr>
            <p:ph idx="7" type="title"/>
          </p:nvPr>
        </p:nvSpPr>
        <p:spPr>
          <a:xfrm>
            <a:off x="780425" y="1897045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01</a:t>
            </a:r>
            <a:endParaRPr sz="3100"/>
          </a:p>
        </p:txBody>
      </p:sp>
      <p:sp>
        <p:nvSpPr>
          <p:cNvPr id="2854" name="Google Shape;2854;p35"/>
          <p:cNvSpPr txBox="1"/>
          <p:nvPr>
            <p:ph idx="8" type="title"/>
          </p:nvPr>
        </p:nvSpPr>
        <p:spPr>
          <a:xfrm>
            <a:off x="5829725" y="1899029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03</a:t>
            </a:r>
            <a:endParaRPr sz="3100"/>
          </a:p>
        </p:txBody>
      </p:sp>
      <p:sp>
        <p:nvSpPr>
          <p:cNvPr id="2855" name="Google Shape;2855;p35"/>
          <p:cNvSpPr txBox="1"/>
          <p:nvPr>
            <p:ph idx="9" type="title"/>
          </p:nvPr>
        </p:nvSpPr>
        <p:spPr>
          <a:xfrm>
            <a:off x="3305075" y="1897045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02</a:t>
            </a:r>
            <a:endParaRPr sz="3100"/>
          </a:p>
        </p:txBody>
      </p:sp>
      <p:sp>
        <p:nvSpPr>
          <p:cNvPr id="2856" name="Google Shape;2856;p35"/>
          <p:cNvSpPr txBox="1"/>
          <p:nvPr>
            <p:ph idx="16" type="subTitle"/>
          </p:nvPr>
        </p:nvSpPr>
        <p:spPr>
          <a:xfrm>
            <a:off x="780425" y="23466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Motivation</a:t>
            </a:r>
            <a:endParaRPr sz="2100"/>
          </a:p>
        </p:txBody>
      </p:sp>
      <p:sp>
        <p:nvSpPr>
          <p:cNvPr id="2857" name="Google Shape;2857;p35"/>
          <p:cNvSpPr txBox="1"/>
          <p:nvPr>
            <p:ph idx="17" type="subTitle"/>
          </p:nvPr>
        </p:nvSpPr>
        <p:spPr>
          <a:xfrm>
            <a:off x="3305075" y="2344650"/>
            <a:ext cx="2727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Formal Games</a:t>
            </a:r>
            <a:endParaRPr sz="2100"/>
          </a:p>
        </p:txBody>
      </p:sp>
      <p:sp>
        <p:nvSpPr>
          <p:cNvPr id="2858" name="Google Shape;2858;p35"/>
          <p:cNvSpPr txBox="1"/>
          <p:nvPr>
            <p:ph idx="19" type="subTitle"/>
          </p:nvPr>
        </p:nvSpPr>
        <p:spPr>
          <a:xfrm>
            <a:off x="5829725" y="2346638"/>
            <a:ext cx="26547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Shapley Values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36"/>
          <p:cNvSpPr txBox="1"/>
          <p:nvPr>
            <p:ph type="title"/>
          </p:nvPr>
        </p:nvSpPr>
        <p:spPr>
          <a:xfrm>
            <a:off x="2413859" y="1850938"/>
            <a:ext cx="569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2864" name="Google Shape;2864;p36"/>
          <p:cNvSpPr txBox="1"/>
          <p:nvPr>
            <p:ph idx="2" type="title"/>
          </p:nvPr>
        </p:nvSpPr>
        <p:spPr>
          <a:xfrm>
            <a:off x="1035841" y="2068800"/>
            <a:ext cx="1005900" cy="10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865" name="Google Shape;2865;p36"/>
          <p:cNvSpPr txBox="1"/>
          <p:nvPr>
            <p:ph idx="1" type="subTitle"/>
          </p:nvPr>
        </p:nvSpPr>
        <p:spPr>
          <a:xfrm>
            <a:off x="2413859" y="2917563"/>
            <a:ext cx="569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Games are fun! Math is fun! Do they relate…?</a:t>
            </a:r>
            <a:endParaRPr/>
          </a:p>
        </p:txBody>
      </p:sp>
      <p:sp>
        <p:nvSpPr>
          <p:cNvPr id="2866" name="Google Shape;2866;p36"/>
          <p:cNvSpPr/>
          <p:nvPr/>
        </p:nvSpPr>
        <p:spPr>
          <a:xfrm>
            <a:off x="528601" y="3695925"/>
            <a:ext cx="3282600" cy="605400"/>
          </a:xfrm>
          <a:prstGeom prst="rightArrow">
            <a:avLst>
              <a:gd fmla="val 50000" name="adj1"/>
              <a:gd fmla="val 80869" name="adj2"/>
            </a:avLst>
          </a:prstGeom>
          <a:solidFill>
            <a:srgbClr val="2EBBF2">
              <a:alpha val="265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0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p3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Games are Everywhere</a:t>
            </a:r>
            <a:endParaRPr/>
          </a:p>
        </p:txBody>
      </p:sp>
      <p:sp>
        <p:nvSpPr>
          <p:cNvPr id="2872" name="Google Shape;2872;p37"/>
          <p:cNvSpPr txBox="1"/>
          <p:nvPr>
            <p:ph idx="1" type="subTitle"/>
          </p:nvPr>
        </p:nvSpPr>
        <p:spPr>
          <a:xfrm>
            <a:off x="828825" y="2904626"/>
            <a:ext cx="2240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Board games, card games, party games, ...</a:t>
            </a:r>
            <a:endParaRPr/>
          </a:p>
        </p:txBody>
      </p:sp>
      <p:sp>
        <p:nvSpPr>
          <p:cNvPr id="2873" name="Google Shape;2873;p37"/>
          <p:cNvSpPr txBox="1"/>
          <p:nvPr>
            <p:ph idx="2" type="subTitle"/>
          </p:nvPr>
        </p:nvSpPr>
        <p:spPr>
          <a:xfrm>
            <a:off x="3451795" y="2904626"/>
            <a:ext cx="2240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market, rational herding, betting, ...</a:t>
            </a:r>
            <a:endParaRPr/>
          </a:p>
        </p:txBody>
      </p:sp>
      <p:sp>
        <p:nvSpPr>
          <p:cNvPr id="2874" name="Google Shape;2874;p37"/>
          <p:cNvSpPr txBox="1"/>
          <p:nvPr>
            <p:ph idx="3" type="subTitle"/>
          </p:nvPr>
        </p:nvSpPr>
        <p:spPr>
          <a:xfrm>
            <a:off x="6074772" y="2904626"/>
            <a:ext cx="2240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allocation, tactics, code breaking, …</a:t>
            </a:r>
            <a:endParaRPr/>
          </a:p>
        </p:txBody>
      </p:sp>
      <p:sp>
        <p:nvSpPr>
          <p:cNvPr id="2875" name="Google Shape;2875;p37"/>
          <p:cNvSpPr txBox="1"/>
          <p:nvPr>
            <p:ph idx="4" type="subTitle"/>
          </p:nvPr>
        </p:nvSpPr>
        <p:spPr>
          <a:xfrm>
            <a:off x="828825" y="2345725"/>
            <a:ext cx="22404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Chess</a:t>
            </a:r>
            <a:endParaRPr/>
          </a:p>
        </p:txBody>
      </p:sp>
      <p:sp>
        <p:nvSpPr>
          <p:cNvPr id="2876" name="Google Shape;2876;p37"/>
          <p:cNvSpPr txBox="1"/>
          <p:nvPr>
            <p:ph idx="5" type="subTitle"/>
          </p:nvPr>
        </p:nvSpPr>
        <p:spPr>
          <a:xfrm>
            <a:off x="3451798" y="2345725"/>
            <a:ext cx="22404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Economy</a:t>
            </a:r>
            <a:endParaRPr/>
          </a:p>
        </p:txBody>
      </p:sp>
      <p:sp>
        <p:nvSpPr>
          <p:cNvPr id="2877" name="Google Shape;2877;p37"/>
          <p:cNvSpPr txBox="1"/>
          <p:nvPr>
            <p:ph idx="6" type="subTitle"/>
          </p:nvPr>
        </p:nvSpPr>
        <p:spPr>
          <a:xfrm>
            <a:off x="6074772" y="2345725"/>
            <a:ext cx="22404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</a:t>
            </a:r>
            <a:endParaRPr/>
          </a:p>
        </p:txBody>
      </p:sp>
      <p:grpSp>
        <p:nvGrpSpPr>
          <p:cNvPr id="2878" name="Google Shape;2878;p37"/>
          <p:cNvGrpSpPr/>
          <p:nvPr/>
        </p:nvGrpSpPr>
        <p:grpSpPr>
          <a:xfrm>
            <a:off x="4459025" y="1833139"/>
            <a:ext cx="225947" cy="350535"/>
            <a:chOff x="9117468" y="5035631"/>
            <a:chExt cx="384394" cy="596351"/>
          </a:xfrm>
        </p:grpSpPr>
        <p:sp>
          <p:nvSpPr>
            <p:cNvPr id="2879" name="Google Shape;2879;p37"/>
            <p:cNvSpPr/>
            <p:nvPr/>
          </p:nvSpPr>
          <p:spPr>
            <a:xfrm>
              <a:off x="9256137" y="5070578"/>
              <a:ext cx="105921" cy="244599"/>
            </a:xfrm>
            <a:custGeom>
              <a:rect b="b" l="l" r="r" t="t"/>
              <a:pathLst>
                <a:path extrusionOk="0" h="244599" w="105921">
                  <a:moveTo>
                    <a:pt x="36065" y="17464"/>
                  </a:moveTo>
                  <a:lnTo>
                    <a:pt x="36065" y="37930"/>
                  </a:lnTo>
                  <a:cubicBezTo>
                    <a:pt x="35081" y="38287"/>
                    <a:pt x="34099" y="38654"/>
                    <a:pt x="33116" y="39073"/>
                  </a:cubicBezTo>
                  <a:cubicBezTo>
                    <a:pt x="13642" y="47301"/>
                    <a:pt x="1135" y="66257"/>
                    <a:pt x="1135" y="87348"/>
                  </a:cubicBezTo>
                  <a:cubicBezTo>
                    <a:pt x="1135" y="116247"/>
                    <a:pt x="24629" y="139759"/>
                    <a:pt x="53484" y="139759"/>
                  </a:cubicBezTo>
                  <a:cubicBezTo>
                    <a:pt x="63132" y="139759"/>
                    <a:pt x="70993" y="147603"/>
                    <a:pt x="70993" y="157233"/>
                  </a:cubicBezTo>
                  <a:cubicBezTo>
                    <a:pt x="70993" y="164549"/>
                    <a:pt x="66348" y="171151"/>
                    <a:pt x="59469" y="173661"/>
                  </a:cubicBezTo>
                  <a:cubicBezTo>
                    <a:pt x="50536" y="176931"/>
                    <a:pt x="40085" y="172500"/>
                    <a:pt x="30794" y="161503"/>
                  </a:cubicBezTo>
                  <a:cubicBezTo>
                    <a:pt x="24629" y="154115"/>
                    <a:pt x="13642" y="153150"/>
                    <a:pt x="6227" y="159359"/>
                  </a:cubicBezTo>
                  <a:cubicBezTo>
                    <a:pt x="-1187" y="165567"/>
                    <a:pt x="-2080" y="176582"/>
                    <a:pt x="4083" y="183970"/>
                  </a:cubicBezTo>
                  <a:cubicBezTo>
                    <a:pt x="13553" y="195217"/>
                    <a:pt x="24540" y="202926"/>
                    <a:pt x="36065" y="206812"/>
                  </a:cubicBezTo>
                  <a:lnTo>
                    <a:pt x="36065" y="227126"/>
                  </a:lnTo>
                  <a:cubicBezTo>
                    <a:pt x="36065" y="236774"/>
                    <a:pt x="43836" y="244599"/>
                    <a:pt x="53484" y="244599"/>
                  </a:cubicBezTo>
                  <a:cubicBezTo>
                    <a:pt x="63132" y="244599"/>
                    <a:pt x="70993" y="236774"/>
                    <a:pt x="70993" y="227126"/>
                  </a:cubicBezTo>
                  <a:lnTo>
                    <a:pt x="70993" y="206660"/>
                  </a:lnTo>
                  <a:cubicBezTo>
                    <a:pt x="71172" y="206606"/>
                    <a:pt x="71261" y="206553"/>
                    <a:pt x="71440" y="206499"/>
                  </a:cubicBezTo>
                  <a:cubicBezTo>
                    <a:pt x="92075" y="198995"/>
                    <a:pt x="105921" y="179200"/>
                    <a:pt x="105921" y="157242"/>
                  </a:cubicBezTo>
                  <a:cubicBezTo>
                    <a:pt x="105921" y="128343"/>
                    <a:pt x="82427" y="104831"/>
                    <a:pt x="53484" y="104831"/>
                  </a:cubicBezTo>
                  <a:cubicBezTo>
                    <a:pt x="43926" y="104831"/>
                    <a:pt x="36065" y="96987"/>
                    <a:pt x="36065" y="87358"/>
                  </a:cubicBezTo>
                  <a:cubicBezTo>
                    <a:pt x="36065" y="80318"/>
                    <a:pt x="40262" y="74002"/>
                    <a:pt x="46695" y="71260"/>
                  </a:cubicBezTo>
                  <a:cubicBezTo>
                    <a:pt x="54556" y="67946"/>
                    <a:pt x="63935" y="70778"/>
                    <a:pt x="72422" y="79014"/>
                  </a:cubicBezTo>
                  <a:cubicBezTo>
                    <a:pt x="79301" y="85723"/>
                    <a:pt x="90378" y="85553"/>
                    <a:pt x="97078" y="78621"/>
                  </a:cubicBezTo>
                  <a:cubicBezTo>
                    <a:pt x="103867" y="71689"/>
                    <a:pt x="103688" y="60630"/>
                    <a:pt x="96720" y="53912"/>
                  </a:cubicBezTo>
                  <a:cubicBezTo>
                    <a:pt x="88859" y="46265"/>
                    <a:pt x="80105" y="40869"/>
                    <a:pt x="70993" y="37823"/>
                  </a:cubicBezTo>
                  <a:lnTo>
                    <a:pt x="70993" y="17473"/>
                  </a:lnTo>
                  <a:cubicBezTo>
                    <a:pt x="70993" y="7825"/>
                    <a:pt x="63132" y="0"/>
                    <a:pt x="53484" y="0"/>
                  </a:cubicBezTo>
                  <a:cubicBezTo>
                    <a:pt x="43836" y="0"/>
                    <a:pt x="36065" y="7825"/>
                    <a:pt x="36065" y="17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0" name="Google Shape;2880;p37"/>
            <p:cNvSpPr/>
            <p:nvPr/>
          </p:nvSpPr>
          <p:spPr>
            <a:xfrm>
              <a:off x="9117468" y="5035631"/>
              <a:ext cx="384394" cy="596351"/>
            </a:xfrm>
            <a:custGeom>
              <a:rect b="b" l="l" r="r" t="t"/>
              <a:pathLst>
                <a:path extrusionOk="0" h="596351" w="384394">
                  <a:moveTo>
                    <a:pt x="366886" y="385529"/>
                  </a:moveTo>
                  <a:lnTo>
                    <a:pt x="234407" y="385529"/>
                  </a:lnTo>
                  <a:lnTo>
                    <a:pt x="274427" y="345473"/>
                  </a:lnTo>
                  <a:cubicBezTo>
                    <a:pt x="281216" y="338648"/>
                    <a:pt x="281216" y="327588"/>
                    <a:pt x="274427" y="320763"/>
                  </a:cubicBezTo>
                  <a:cubicBezTo>
                    <a:pt x="267639" y="313939"/>
                    <a:pt x="256561" y="313939"/>
                    <a:pt x="249682" y="320763"/>
                  </a:cubicBezTo>
                  <a:lnTo>
                    <a:pt x="209662" y="360820"/>
                  </a:lnTo>
                  <a:lnTo>
                    <a:pt x="209662" y="313519"/>
                  </a:lnTo>
                  <a:cubicBezTo>
                    <a:pt x="287113" y="305014"/>
                    <a:pt x="349377" y="239507"/>
                    <a:pt x="349377" y="157242"/>
                  </a:cubicBezTo>
                  <a:cubicBezTo>
                    <a:pt x="349377" y="70134"/>
                    <a:pt x="278983" y="0"/>
                    <a:pt x="192153" y="0"/>
                  </a:cubicBezTo>
                  <a:cubicBezTo>
                    <a:pt x="105323" y="0"/>
                    <a:pt x="35018" y="69866"/>
                    <a:pt x="35018" y="157242"/>
                  </a:cubicBezTo>
                  <a:cubicBezTo>
                    <a:pt x="35018" y="239525"/>
                    <a:pt x="97283" y="305006"/>
                    <a:pt x="174733" y="313519"/>
                  </a:cubicBezTo>
                  <a:lnTo>
                    <a:pt x="174733" y="360820"/>
                  </a:lnTo>
                  <a:lnTo>
                    <a:pt x="134623" y="320763"/>
                  </a:lnTo>
                  <a:cubicBezTo>
                    <a:pt x="127834" y="313939"/>
                    <a:pt x="116757" y="313939"/>
                    <a:pt x="109968" y="320763"/>
                  </a:cubicBezTo>
                  <a:cubicBezTo>
                    <a:pt x="103089" y="327588"/>
                    <a:pt x="103089" y="338648"/>
                    <a:pt x="109968" y="345473"/>
                  </a:cubicBezTo>
                  <a:lnTo>
                    <a:pt x="149988" y="385529"/>
                  </a:lnTo>
                  <a:lnTo>
                    <a:pt x="17420" y="385529"/>
                  </a:lnTo>
                  <a:cubicBezTo>
                    <a:pt x="7772" y="385529"/>
                    <a:pt x="0" y="393355"/>
                    <a:pt x="0" y="403002"/>
                  </a:cubicBezTo>
                  <a:cubicBezTo>
                    <a:pt x="0" y="412650"/>
                    <a:pt x="7772" y="420476"/>
                    <a:pt x="17420" y="420476"/>
                  </a:cubicBezTo>
                  <a:lnTo>
                    <a:pt x="38056" y="420476"/>
                  </a:lnTo>
                  <a:lnTo>
                    <a:pt x="70215" y="582282"/>
                  </a:lnTo>
                  <a:cubicBezTo>
                    <a:pt x="71823" y="590456"/>
                    <a:pt x="79059" y="596352"/>
                    <a:pt x="87366" y="596352"/>
                  </a:cubicBezTo>
                  <a:lnTo>
                    <a:pt x="297028" y="596352"/>
                  </a:lnTo>
                  <a:cubicBezTo>
                    <a:pt x="305336" y="596352"/>
                    <a:pt x="312482" y="590456"/>
                    <a:pt x="314180" y="582282"/>
                  </a:cubicBezTo>
                  <a:lnTo>
                    <a:pt x="346250" y="420476"/>
                  </a:lnTo>
                  <a:lnTo>
                    <a:pt x="366886" y="420476"/>
                  </a:lnTo>
                  <a:cubicBezTo>
                    <a:pt x="376533" y="420476"/>
                    <a:pt x="384394" y="412650"/>
                    <a:pt x="384394" y="403002"/>
                  </a:cubicBezTo>
                  <a:cubicBezTo>
                    <a:pt x="384394" y="393355"/>
                    <a:pt x="376533" y="385529"/>
                    <a:pt x="366886" y="385529"/>
                  </a:cubicBezTo>
                  <a:close/>
                  <a:moveTo>
                    <a:pt x="105679" y="70760"/>
                  </a:moveTo>
                  <a:cubicBezTo>
                    <a:pt x="128817" y="47667"/>
                    <a:pt x="159547" y="34947"/>
                    <a:pt x="192153" y="34947"/>
                  </a:cubicBezTo>
                  <a:cubicBezTo>
                    <a:pt x="224848" y="34947"/>
                    <a:pt x="255579" y="47667"/>
                    <a:pt x="278626" y="70760"/>
                  </a:cubicBezTo>
                  <a:cubicBezTo>
                    <a:pt x="355540" y="147674"/>
                    <a:pt x="300601" y="279546"/>
                    <a:pt x="192153" y="279546"/>
                  </a:cubicBezTo>
                  <a:cubicBezTo>
                    <a:pt x="83704" y="279546"/>
                    <a:pt x="28854" y="147603"/>
                    <a:pt x="105679" y="70769"/>
                  </a:cubicBezTo>
                  <a:close/>
                  <a:moveTo>
                    <a:pt x="101659" y="561406"/>
                  </a:moveTo>
                  <a:lnTo>
                    <a:pt x="87545" y="490360"/>
                  </a:lnTo>
                  <a:lnTo>
                    <a:pt x="296760" y="490360"/>
                  </a:lnTo>
                  <a:lnTo>
                    <a:pt x="282646" y="561406"/>
                  </a:lnTo>
                  <a:lnTo>
                    <a:pt x="101659" y="561406"/>
                  </a:lnTo>
                  <a:close/>
                  <a:moveTo>
                    <a:pt x="303728" y="455413"/>
                  </a:moveTo>
                  <a:lnTo>
                    <a:pt x="80666" y="455413"/>
                  </a:lnTo>
                  <a:lnTo>
                    <a:pt x="73699" y="420467"/>
                  </a:lnTo>
                  <a:lnTo>
                    <a:pt x="310696" y="420467"/>
                  </a:lnTo>
                  <a:lnTo>
                    <a:pt x="303728" y="4554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1" name="Google Shape;2881;p37"/>
          <p:cNvGrpSpPr/>
          <p:nvPr/>
        </p:nvGrpSpPr>
        <p:grpSpPr>
          <a:xfrm>
            <a:off x="1827887" y="1833145"/>
            <a:ext cx="242288" cy="350530"/>
            <a:chOff x="1827887" y="1833145"/>
            <a:chExt cx="242288" cy="350530"/>
          </a:xfrm>
        </p:grpSpPr>
        <p:sp>
          <p:nvSpPr>
            <p:cNvPr id="2882" name="Google Shape;2882;p37"/>
            <p:cNvSpPr/>
            <p:nvPr/>
          </p:nvSpPr>
          <p:spPr>
            <a:xfrm>
              <a:off x="1827887" y="1833145"/>
              <a:ext cx="242288" cy="350530"/>
            </a:xfrm>
            <a:custGeom>
              <a:rect b="b" l="l" r="r" t="t"/>
              <a:pathLst>
                <a:path extrusionOk="0" h="596343" w="412195">
                  <a:moveTo>
                    <a:pt x="395534" y="165621"/>
                  </a:moveTo>
                  <a:lnTo>
                    <a:pt x="282279" y="64506"/>
                  </a:lnTo>
                  <a:lnTo>
                    <a:pt x="296117" y="22994"/>
                  </a:lnTo>
                  <a:cubicBezTo>
                    <a:pt x="297895" y="17670"/>
                    <a:pt x="297001" y="11810"/>
                    <a:pt x="293714" y="7254"/>
                  </a:cubicBezTo>
                  <a:cubicBezTo>
                    <a:pt x="290435" y="2698"/>
                    <a:pt x="285156" y="0"/>
                    <a:pt x="279537" y="0"/>
                  </a:cubicBezTo>
                  <a:cubicBezTo>
                    <a:pt x="252800" y="0"/>
                    <a:pt x="229091" y="8031"/>
                    <a:pt x="209063" y="23878"/>
                  </a:cubicBezTo>
                  <a:cubicBezTo>
                    <a:pt x="196119" y="34116"/>
                    <a:pt x="187757" y="45238"/>
                    <a:pt x="182764" y="52616"/>
                  </a:cubicBezTo>
                  <a:cubicBezTo>
                    <a:pt x="148845" y="54135"/>
                    <a:pt x="118910" y="63935"/>
                    <a:pt x="93664" y="81792"/>
                  </a:cubicBezTo>
                  <a:cubicBezTo>
                    <a:pt x="70876" y="97917"/>
                    <a:pt x="51866" y="120687"/>
                    <a:pt x="37171" y="149461"/>
                  </a:cubicBezTo>
                  <a:cubicBezTo>
                    <a:pt x="11792" y="199156"/>
                    <a:pt x="5360" y="254086"/>
                    <a:pt x="2269" y="280484"/>
                  </a:cubicBezTo>
                  <a:cubicBezTo>
                    <a:pt x="1787" y="284602"/>
                    <a:pt x="1242" y="289221"/>
                    <a:pt x="920" y="290971"/>
                  </a:cubicBezTo>
                  <a:cubicBezTo>
                    <a:pt x="-1179" y="297189"/>
                    <a:pt x="384" y="304139"/>
                    <a:pt x="5083" y="308865"/>
                  </a:cubicBezTo>
                  <a:cubicBezTo>
                    <a:pt x="6843" y="310633"/>
                    <a:pt x="8504" y="312223"/>
                    <a:pt x="10112" y="313769"/>
                  </a:cubicBezTo>
                  <a:cubicBezTo>
                    <a:pt x="18099" y="321425"/>
                    <a:pt x="22914" y="326043"/>
                    <a:pt x="27005" y="340059"/>
                  </a:cubicBezTo>
                  <a:cubicBezTo>
                    <a:pt x="31847" y="356675"/>
                    <a:pt x="34384" y="383028"/>
                    <a:pt x="34857" y="422325"/>
                  </a:cubicBezTo>
                  <a:cubicBezTo>
                    <a:pt x="14570" y="429561"/>
                    <a:pt x="0" y="448964"/>
                    <a:pt x="0" y="471708"/>
                  </a:cubicBezTo>
                  <a:cubicBezTo>
                    <a:pt x="0" y="485116"/>
                    <a:pt x="5074" y="497373"/>
                    <a:pt x="13391" y="506654"/>
                  </a:cubicBezTo>
                  <a:cubicBezTo>
                    <a:pt x="5065" y="515936"/>
                    <a:pt x="0" y="528183"/>
                    <a:pt x="0" y="541601"/>
                  </a:cubicBezTo>
                  <a:lnTo>
                    <a:pt x="0" y="578870"/>
                  </a:lnTo>
                  <a:cubicBezTo>
                    <a:pt x="0" y="588518"/>
                    <a:pt x="7825" y="596343"/>
                    <a:pt x="17473" y="596343"/>
                  </a:cubicBezTo>
                  <a:lnTo>
                    <a:pt x="331957" y="596343"/>
                  </a:lnTo>
                  <a:cubicBezTo>
                    <a:pt x="341605" y="596343"/>
                    <a:pt x="349430" y="588518"/>
                    <a:pt x="349430" y="578870"/>
                  </a:cubicBezTo>
                  <a:lnTo>
                    <a:pt x="349430" y="541601"/>
                  </a:lnTo>
                  <a:cubicBezTo>
                    <a:pt x="349430" y="528192"/>
                    <a:pt x="344356" y="515936"/>
                    <a:pt x="336039" y="506654"/>
                  </a:cubicBezTo>
                  <a:cubicBezTo>
                    <a:pt x="344356" y="497373"/>
                    <a:pt x="349430" y="485125"/>
                    <a:pt x="349430" y="471708"/>
                  </a:cubicBezTo>
                  <a:cubicBezTo>
                    <a:pt x="349430" y="448928"/>
                    <a:pt x="334824" y="429516"/>
                    <a:pt x="314484" y="422298"/>
                  </a:cubicBezTo>
                  <a:lnTo>
                    <a:pt x="314484" y="369047"/>
                  </a:lnTo>
                  <a:cubicBezTo>
                    <a:pt x="314484" y="339202"/>
                    <a:pt x="295545" y="312554"/>
                    <a:pt x="267361" y="302736"/>
                  </a:cubicBezTo>
                  <a:cubicBezTo>
                    <a:pt x="243617" y="294464"/>
                    <a:pt x="234147" y="277750"/>
                    <a:pt x="230101" y="261948"/>
                  </a:cubicBezTo>
                  <a:cubicBezTo>
                    <a:pt x="246368" y="261313"/>
                    <a:pt x="270041" y="258356"/>
                    <a:pt x="296778" y="246529"/>
                  </a:cubicBezTo>
                  <a:lnTo>
                    <a:pt x="308704" y="252487"/>
                  </a:lnTo>
                  <a:cubicBezTo>
                    <a:pt x="348001" y="272140"/>
                    <a:pt x="387021" y="253908"/>
                    <a:pt x="403798" y="226778"/>
                  </a:cubicBezTo>
                  <a:cubicBezTo>
                    <a:pt x="417528" y="204570"/>
                    <a:pt x="414178" y="180093"/>
                    <a:pt x="395534" y="165603"/>
                  </a:cubicBezTo>
                  <a:close/>
                  <a:moveTo>
                    <a:pt x="297010" y="454252"/>
                  </a:moveTo>
                  <a:cubicBezTo>
                    <a:pt x="306640" y="454252"/>
                    <a:pt x="314484" y="462095"/>
                    <a:pt x="314484" y="471725"/>
                  </a:cubicBezTo>
                  <a:cubicBezTo>
                    <a:pt x="314484" y="481355"/>
                    <a:pt x="306640" y="489199"/>
                    <a:pt x="297010" y="489199"/>
                  </a:cubicBezTo>
                  <a:lnTo>
                    <a:pt x="52411" y="489199"/>
                  </a:lnTo>
                  <a:cubicBezTo>
                    <a:pt x="42781" y="489199"/>
                    <a:pt x="34938" y="481355"/>
                    <a:pt x="34938" y="471725"/>
                  </a:cubicBezTo>
                  <a:cubicBezTo>
                    <a:pt x="34938" y="462095"/>
                    <a:pt x="42781" y="454252"/>
                    <a:pt x="52411" y="454252"/>
                  </a:cubicBezTo>
                  <a:lnTo>
                    <a:pt x="297010" y="454252"/>
                  </a:lnTo>
                  <a:close/>
                  <a:moveTo>
                    <a:pt x="314484" y="561406"/>
                  </a:moveTo>
                  <a:lnTo>
                    <a:pt x="34947" y="561406"/>
                  </a:lnTo>
                  <a:lnTo>
                    <a:pt x="34947" y="541601"/>
                  </a:lnTo>
                  <a:cubicBezTo>
                    <a:pt x="34947" y="531971"/>
                    <a:pt x="42790" y="524127"/>
                    <a:pt x="52420" y="524127"/>
                  </a:cubicBezTo>
                  <a:lnTo>
                    <a:pt x="297019" y="524127"/>
                  </a:lnTo>
                  <a:cubicBezTo>
                    <a:pt x="306649" y="524127"/>
                    <a:pt x="314492" y="531971"/>
                    <a:pt x="314492" y="541601"/>
                  </a:cubicBezTo>
                  <a:lnTo>
                    <a:pt x="314492" y="561406"/>
                  </a:lnTo>
                  <a:close/>
                  <a:moveTo>
                    <a:pt x="374077" y="208429"/>
                  </a:moveTo>
                  <a:cubicBezTo>
                    <a:pt x="367189" y="219560"/>
                    <a:pt x="347608" y="232897"/>
                    <a:pt x="324337" y="221257"/>
                  </a:cubicBezTo>
                  <a:lnTo>
                    <a:pt x="304827" y="211502"/>
                  </a:lnTo>
                  <a:cubicBezTo>
                    <a:pt x="299905" y="209045"/>
                    <a:pt x="294125" y="209045"/>
                    <a:pt x="289203" y="211502"/>
                  </a:cubicBezTo>
                  <a:cubicBezTo>
                    <a:pt x="257561" y="227323"/>
                    <a:pt x="229770" y="227349"/>
                    <a:pt x="216897" y="227126"/>
                  </a:cubicBezTo>
                  <a:lnTo>
                    <a:pt x="169596" y="179825"/>
                  </a:lnTo>
                  <a:cubicBezTo>
                    <a:pt x="162780" y="173009"/>
                    <a:pt x="151712" y="173009"/>
                    <a:pt x="144887" y="179825"/>
                  </a:cubicBezTo>
                  <a:cubicBezTo>
                    <a:pt x="138062" y="186641"/>
                    <a:pt x="138062" y="197709"/>
                    <a:pt x="144887" y="204534"/>
                  </a:cubicBezTo>
                  <a:lnTo>
                    <a:pt x="193001" y="252648"/>
                  </a:lnTo>
                  <a:cubicBezTo>
                    <a:pt x="193859" y="260661"/>
                    <a:pt x="195967" y="274963"/>
                    <a:pt x="203239" y="289891"/>
                  </a:cubicBezTo>
                  <a:cubicBezTo>
                    <a:pt x="213816" y="311580"/>
                    <a:pt x="232004" y="327437"/>
                    <a:pt x="255855" y="335736"/>
                  </a:cubicBezTo>
                  <a:cubicBezTo>
                    <a:pt x="270014" y="340667"/>
                    <a:pt x="279528" y="354049"/>
                    <a:pt x="279528" y="369047"/>
                  </a:cubicBezTo>
                  <a:lnTo>
                    <a:pt x="279528" y="419297"/>
                  </a:lnTo>
                  <a:lnTo>
                    <a:pt x="69750" y="419297"/>
                  </a:lnTo>
                  <a:cubicBezTo>
                    <a:pt x="68375" y="329089"/>
                    <a:pt x="55948" y="309722"/>
                    <a:pt x="36260" y="290462"/>
                  </a:cubicBezTo>
                  <a:cubicBezTo>
                    <a:pt x="36474" y="288720"/>
                    <a:pt x="36706" y="286764"/>
                    <a:pt x="36965" y="284549"/>
                  </a:cubicBezTo>
                  <a:cubicBezTo>
                    <a:pt x="42683" y="235773"/>
                    <a:pt x="60067" y="87349"/>
                    <a:pt x="192179" y="87349"/>
                  </a:cubicBezTo>
                  <a:cubicBezTo>
                    <a:pt x="196691" y="87349"/>
                    <a:pt x="201023" y="85607"/>
                    <a:pt x="204275" y="82480"/>
                  </a:cubicBezTo>
                  <a:cubicBezTo>
                    <a:pt x="206187" y="80640"/>
                    <a:pt x="207446" y="78701"/>
                    <a:pt x="209188" y="76012"/>
                  </a:cubicBezTo>
                  <a:cubicBezTo>
                    <a:pt x="217800" y="62702"/>
                    <a:pt x="231128" y="46077"/>
                    <a:pt x="254033" y="38725"/>
                  </a:cubicBezTo>
                  <a:lnTo>
                    <a:pt x="245493" y="64346"/>
                  </a:lnTo>
                  <a:cubicBezTo>
                    <a:pt x="243286" y="70965"/>
                    <a:pt x="245225" y="78255"/>
                    <a:pt x="250433" y="82900"/>
                  </a:cubicBezTo>
                  <a:lnTo>
                    <a:pt x="372755" y="192108"/>
                  </a:lnTo>
                  <a:cubicBezTo>
                    <a:pt x="373130" y="192439"/>
                    <a:pt x="373514" y="192751"/>
                    <a:pt x="373907" y="193055"/>
                  </a:cubicBezTo>
                  <a:cubicBezTo>
                    <a:pt x="378284" y="196333"/>
                    <a:pt x="378347" y="201506"/>
                    <a:pt x="374077" y="2084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3" name="Google Shape;2883;p37"/>
            <p:cNvSpPr/>
            <p:nvPr/>
          </p:nvSpPr>
          <p:spPr>
            <a:xfrm>
              <a:off x="1951121" y="1915302"/>
              <a:ext cx="20541" cy="20541"/>
            </a:xfrm>
            <a:custGeom>
              <a:rect b="b" l="l" r="r" t="t"/>
              <a:pathLst>
                <a:path extrusionOk="0" h="34946" w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4" name="Google Shape;2884;p37"/>
          <p:cNvSpPr/>
          <p:nvPr/>
        </p:nvSpPr>
        <p:spPr>
          <a:xfrm>
            <a:off x="7020150" y="1833145"/>
            <a:ext cx="349669" cy="307316"/>
          </a:xfrm>
          <a:custGeom>
            <a:rect b="b" l="l" r="r" t="t"/>
            <a:pathLst>
              <a:path extrusionOk="0" h="523091" w="595181">
                <a:moveTo>
                  <a:pt x="570330" y="278983"/>
                </a:moveTo>
                <a:lnTo>
                  <a:pt x="577735" y="278983"/>
                </a:lnTo>
                <a:cubicBezTo>
                  <a:pt x="587365" y="278983"/>
                  <a:pt x="595173" y="271176"/>
                  <a:pt x="595173" y="261546"/>
                </a:cubicBezTo>
                <a:cubicBezTo>
                  <a:pt x="595173" y="251916"/>
                  <a:pt x="587365" y="244108"/>
                  <a:pt x="577735" y="244108"/>
                </a:cubicBezTo>
                <a:lnTo>
                  <a:pt x="570330" y="244108"/>
                </a:lnTo>
                <a:lnTo>
                  <a:pt x="593217" y="199799"/>
                </a:lnTo>
                <a:cubicBezTo>
                  <a:pt x="599202" y="188213"/>
                  <a:pt x="590787" y="174358"/>
                  <a:pt x="577727" y="174358"/>
                </a:cubicBezTo>
                <a:lnTo>
                  <a:pt x="509343" y="174358"/>
                </a:lnTo>
                <a:cubicBezTo>
                  <a:pt x="492361" y="126494"/>
                  <a:pt x="461157" y="83722"/>
                  <a:pt x="420449" y="52902"/>
                </a:cubicBezTo>
                <a:cubicBezTo>
                  <a:pt x="374738" y="18295"/>
                  <a:pt x="320192" y="0"/>
                  <a:pt x="262707" y="0"/>
                </a:cubicBezTo>
                <a:cubicBezTo>
                  <a:pt x="117846" y="0"/>
                  <a:pt x="0" y="117328"/>
                  <a:pt x="0" y="261546"/>
                </a:cubicBezTo>
                <a:cubicBezTo>
                  <a:pt x="0" y="405763"/>
                  <a:pt x="117846" y="523091"/>
                  <a:pt x="262707" y="523091"/>
                </a:cubicBezTo>
                <a:cubicBezTo>
                  <a:pt x="320192" y="523091"/>
                  <a:pt x="374738" y="504805"/>
                  <a:pt x="420449" y="470189"/>
                </a:cubicBezTo>
                <a:cubicBezTo>
                  <a:pt x="461166" y="439369"/>
                  <a:pt x="492370" y="396597"/>
                  <a:pt x="509343" y="348733"/>
                </a:cubicBezTo>
                <a:lnTo>
                  <a:pt x="577727" y="348733"/>
                </a:lnTo>
                <a:cubicBezTo>
                  <a:pt x="590760" y="348733"/>
                  <a:pt x="599211" y="334887"/>
                  <a:pt x="593217" y="323292"/>
                </a:cubicBezTo>
                <a:lnTo>
                  <a:pt x="570330" y="278983"/>
                </a:lnTo>
                <a:close/>
                <a:moveTo>
                  <a:pt x="531077" y="244108"/>
                </a:moveTo>
                <a:lnTo>
                  <a:pt x="465293" y="244108"/>
                </a:lnTo>
                <a:lnTo>
                  <a:pt x="482731" y="209242"/>
                </a:lnTo>
                <a:lnTo>
                  <a:pt x="549105" y="209242"/>
                </a:lnTo>
                <a:lnTo>
                  <a:pt x="531086" y="244108"/>
                </a:lnTo>
                <a:close/>
                <a:moveTo>
                  <a:pt x="383519" y="244108"/>
                </a:moveTo>
                <a:cubicBezTo>
                  <a:pt x="375032" y="185042"/>
                  <a:pt x="324096" y="139492"/>
                  <a:pt x="262716" y="139492"/>
                </a:cubicBezTo>
                <a:cubicBezTo>
                  <a:pt x="195413" y="139492"/>
                  <a:pt x="140662" y="194243"/>
                  <a:pt x="140662" y="261546"/>
                </a:cubicBezTo>
                <a:cubicBezTo>
                  <a:pt x="140662" y="328848"/>
                  <a:pt x="195413" y="383600"/>
                  <a:pt x="262716" y="383600"/>
                </a:cubicBezTo>
                <a:cubicBezTo>
                  <a:pt x="324096" y="383600"/>
                  <a:pt x="375032" y="338058"/>
                  <a:pt x="383519" y="278983"/>
                </a:cubicBezTo>
                <a:lnTo>
                  <a:pt x="418671" y="278983"/>
                </a:lnTo>
                <a:cubicBezTo>
                  <a:pt x="409970" y="357336"/>
                  <a:pt x="343355" y="418475"/>
                  <a:pt x="262716" y="418475"/>
                </a:cubicBezTo>
                <a:cubicBezTo>
                  <a:pt x="176189" y="418475"/>
                  <a:pt x="105787" y="348081"/>
                  <a:pt x="105787" y="261546"/>
                </a:cubicBezTo>
                <a:cubicBezTo>
                  <a:pt x="105787" y="175010"/>
                  <a:pt x="176180" y="104616"/>
                  <a:pt x="262716" y="104616"/>
                </a:cubicBezTo>
                <a:cubicBezTo>
                  <a:pt x="343355" y="104616"/>
                  <a:pt x="409970" y="165755"/>
                  <a:pt x="418671" y="244108"/>
                </a:cubicBezTo>
                <a:lnTo>
                  <a:pt x="383519" y="244108"/>
                </a:lnTo>
                <a:close/>
                <a:moveTo>
                  <a:pt x="312027" y="244108"/>
                </a:moveTo>
                <a:cubicBezTo>
                  <a:pt x="304827" y="223812"/>
                  <a:pt x="285451" y="209242"/>
                  <a:pt x="262716" y="209242"/>
                </a:cubicBezTo>
                <a:cubicBezTo>
                  <a:pt x="233870" y="209242"/>
                  <a:pt x="210412" y="232700"/>
                  <a:pt x="210412" y="261546"/>
                </a:cubicBezTo>
                <a:cubicBezTo>
                  <a:pt x="210412" y="290391"/>
                  <a:pt x="233870" y="313858"/>
                  <a:pt x="262716" y="313858"/>
                </a:cubicBezTo>
                <a:cubicBezTo>
                  <a:pt x="285451" y="313858"/>
                  <a:pt x="304827" y="299279"/>
                  <a:pt x="312027" y="278983"/>
                </a:cubicBezTo>
                <a:lnTo>
                  <a:pt x="348144" y="278983"/>
                </a:lnTo>
                <a:cubicBezTo>
                  <a:pt x="340050" y="318727"/>
                  <a:pt x="304818" y="348733"/>
                  <a:pt x="262716" y="348733"/>
                </a:cubicBezTo>
                <a:cubicBezTo>
                  <a:pt x="214646" y="348733"/>
                  <a:pt x="175537" y="309624"/>
                  <a:pt x="175537" y="261546"/>
                </a:cubicBezTo>
                <a:cubicBezTo>
                  <a:pt x="175537" y="213467"/>
                  <a:pt x="214646" y="174367"/>
                  <a:pt x="262716" y="174367"/>
                </a:cubicBezTo>
                <a:cubicBezTo>
                  <a:pt x="304818" y="174367"/>
                  <a:pt x="340041" y="204364"/>
                  <a:pt x="348144" y="244108"/>
                </a:cubicBezTo>
                <a:lnTo>
                  <a:pt x="312027" y="244108"/>
                </a:lnTo>
                <a:close/>
                <a:moveTo>
                  <a:pt x="280153" y="261546"/>
                </a:moveTo>
                <a:cubicBezTo>
                  <a:pt x="280153" y="271158"/>
                  <a:pt x="272337" y="278983"/>
                  <a:pt x="262716" y="278983"/>
                </a:cubicBezTo>
                <a:cubicBezTo>
                  <a:pt x="253095" y="278983"/>
                  <a:pt x="245278" y="271158"/>
                  <a:pt x="245278" y="261546"/>
                </a:cubicBezTo>
                <a:cubicBezTo>
                  <a:pt x="245278" y="251933"/>
                  <a:pt x="253104" y="244108"/>
                  <a:pt x="262716" y="244108"/>
                </a:cubicBezTo>
                <a:cubicBezTo>
                  <a:pt x="272328" y="244108"/>
                  <a:pt x="280153" y="251933"/>
                  <a:pt x="280153" y="261546"/>
                </a:cubicBezTo>
                <a:close/>
                <a:moveTo>
                  <a:pt x="262716" y="488225"/>
                </a:moveTo>
                <a:cubicBezTo>
                  <a:pt x="137089" y="488225"/>
                  <a:pt x="34884" y="386539"/>
                  <a:pt x="34884" y="261546"/>
                </a:cubicBezTo>
                <a:cubicBezTo>
                  <a:pt x="34884" y="136553"/>
                  <a:pt x="137089" y="34875"/>
                  <a:pt x="262716" y="34875"/>
                </a:cubicBezTo>
                <a:cubicBezTo>
                  <a:pt x="354281" y="34875"/>
                  <a:pt x="437199" y="91181"/>
                  <a:pt x="472002" y="174367"/>
                </a:cubicBezTo>
                <a:lnTo>
                  <a:pt x="471949" y="174367"/>
                </a:lnTo>
                <a:cubicBezTo>
                  <a:pt x="465338" y="174367"/>
                  <a:pt x="459308" y="178101"/>
                  <a:pt x="456351" y="184006"/>
                </a:cubicBezTo>
                <a:lnTo>
                  <a:pt x="445944" y="204820"/>
                </a:lnTo>
                <a:cubicBezTo>
                  <a:pt x="421700" y="126664"/>
                  <a:pt x="348725" y="69750"/>
                  <a:pt x="262707" y="69750"/>
                </a:cubicBezTo>
                <a:cubicBezTo>
                  <a:pt x="156947" y="69750"/>
                  <a:pt x="70911" y="155795"/>
                  <a:pt x="70911" y="261554"/>
                </a:cubicBezTo>
                <a:cubicBezTo>
                  <a:pt x="70911" y="367314"/>
                  <a:pt x="156956" y="453359"/>
                  <a:pt x="262707" y="453359"/>
                </a:cubicBezTo>
                <a:cubicBezTo>
                  <a:pt x="348725" y="453359"/>
                  <a:pt x="421700" y="396437"/>
                  <a:pt x="445944" y="318289"/>
                </a:cubicBezTo>
                <a:lnTo>
                  <a:pt x="456351" y="339103"/>
                </a:lnTo>
                <a:cubicBezTo>
                  <a:pt x="459308" y="345008"/>
                  <a:pt x="465338" y="348742"/>
                  <a:pt x="471949" y="348742"/>
                </a:cubicBezTo>
                <a:lnTo>
                  <a:pt x="472002" y="348742"/>
                </a:lnTo>
                <a:cubicBezTo>
                  <a:pt x="437199" y="431928"/>
                  <a:pt x="354272" y="488234"/>
                  <a:pt x="262716" y="488234"/>
                </a:cubicBezTo>
                <a:close/>
                <a:moveTo>
                  <a:pt x="482731" y="313858"/>
                </a:moveTo>
                <a:lnTo>
                  <a:pt x="465293" y="278983"/>
                </a:lnTo>
                <a:lnTo>
                  <a:pt x="531077" y="278983"/>
                </a:lnTo>
                <a:lnTo>
                  <a:pt x="549096" y="313858"/>
                </a:lnTo>
                <a:lnTo>
                  <a:pt x="482722" y="31385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p3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Games are Everywhere</a:t>
            </a:r>
            <a:endParaRPr/>
          </a:p>
        </p:txBody>
      </p:sp>
      <p:sp>
        <p:nvSpPr>
          <p:cNvPr id="2890" name="Google Shape;2890;p38"/>
          <p:cNvSpPr txBox="1"/>
          <p:nvPr>
            <p:ph idx="1" type="subTitle"/>
          </p:nvPr>
        </p:nvSpPr>
        <p:spPr>
          <a:xfrm>
            <a:off x="828825" y="2904626"/>
            <a:ext cx="2240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best move?</a:t>
            </a:r>
            <a:endParaRPr/>
          </a:p>
        </p:txBody>
      </p:sp>
      <p:sp>
        <p:nvSpPr>
          <p:cNvPr id="2891" name="Google Shape;2891;p38"/>
          <p:cNvSpPr txBox="1"/>
          <p:nvPr>
            <p:ph idx="2" type="subTitle"/>
          </p:nvPr>
        </p:nvSpPr>
        <p:spPr>
          <a:xfrm>
            <a:off x="3451795" y="2904626"/>
            <a:ext cx="2240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best move?</a:t>
            </a:r>
            <a:endParaRPr/>
          </a:p>
        </p:txBody>
      </p:sp>
      <p:sp>
        <p:nvSpPr>
          <p:cNvPr id="2892" name="Google Shape;2892;p38"/>
          <p:cNvSpPr txBox="1"/>
          <p:nvPr>
            <p:ph idx="3" type="subTitle"/>
          </p:nvPr>
        </p:nvSpPr>
        <p:spPr>
          <a:xfrm>
            <a:off x="6074772" y="2904626"/>
            <a:ext cx="22404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best move?</a:t>
            </a:r>
            <a:endParaRPr/>
          </a:p>
        </p:txBody>
      </p:sp>
      <p:sp>
        <p:nvSpPr>
          <p:cNvPr id="2893" name="Google Shape;2893;p38"/>
          <p:cNvSpPr txBox="1"/>
          <p:nvPr>
            <p:ph idx="4" type="subTitle"/>
          </p:nvPr>
        </p:nvSpPr>
        <p:spPr>
          <a:xfrm>
            <a:off x="828825" y="2345725"/>
            <a:ext cx="22404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Chess</a:t>
            </a:r>
            <a:endParaRPr/>
          </a:p>
        </p:txBody>
      </p:sp>
      <p:sp>
        <p:nvSpPr>
          <p:cNvPr id="2894" name="Google Shape;2894;p38"/>
          <p:cNvSpPr txBox="1"/>
          <p:nvPr>
            <p:ph idx="5" type="subTitle"/>
          </p:nvPr>
        </p:nvSpPr>
        <p:spPr>
          <a:xfrm>
            <a:off x="3451798" y="2345725"/>
            <a:ext cx="22404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Economy</a:t>
            </a:r>
            <a:endParaRPr/>
          </a:p>
        </p:txBody>
      </p:sp>
      <p:sp>
        <p:nvSpPr>
          <p:cNvPr id="2895" name="Google Shape;2895;p38"/>
          <p:cNvSpPr txBox="1"/>
          <p:nvPr>
            <p:ph idx="6" type="subTitle"/>
          </p:nvPr>
        </p:nvSpPr>
        <p:spPr>
          <a:xfrm>
            <a:off x="6074772" y="2345725"/>
            <a:ext cx="2240400" cy="5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</a:t>
            </a:r>
            <a:endParaRPr/>
          </a:p>
        </p:txBody>
      </p:sp>
      <p:grpSp>
        <p:nvGrpSpPr>
          <p:cNvPr id="2896" name="Google Shape;2896;p38"/>
          <p:cNvGrpSpPr/>
          <p:nvPr/>
        </p:nvGrpSpPr>
        <p:grpSpPr>
          <a:xfrm>
            <a:off x="4459025" y="1833139"/>
            <a:ext cx="225947" cy="350535"/>
            <a:chOff x="9117468" y="5035631"/>
            <a:chExt cx="384394" cy="596351"/>
          </a:xfrm>
        </p:grpSpPr>
        <p:sp>
          <p:nvSpPr>
            <p:cNvPr id="2897" name="Google Shape;2897;p38"/>
            <p:cNvSpPr/>
            <p:nvPr/>
          </p:nvSpPr>
          <p:spPr>
            <a:xfrm>
              <a:off x="9256137" y="5070578"/>
              <a:ext cx="105921" cy="244599"/>
            </a:xfrm>
            <a:custGeom>
              <a:rect b="b" l="l" r="r" t="t"/>
              <a:pathLst>
                <a:path extrusionOk="0" h="244599" w="105921">
                  <a:moveTo>
                    <a:pt x="36065" y="17464"/>
                  </a:moveTo>
                  <a:lnTo>
                    <a:pt x="36065" y="37930"/>
                  </a:lnTo>
                  <a:cubicBezTo>
                    <a:pt x="35081" y="38287"/>
                    <a:pt x="34099" y="38654"/>
                    <a:pt x="33116" y="39073"/>
                  </a:cubicBezTo>
                  <a:cubicBezTo>
                    <a:pt x="13642" y="47301"/>
                    <a:pt x="1135" y="66257"/>
                    <a:pt x="1135" y="87348"/>
                  </a:cubicBezTo>
                  <a:cubicBezTo>
                    <a:pt x="1135" y="116247"/>
                    <a:pt x="24629" y="139759"/>
                    <a:pt x="53484" y="139759"/>
                  </a:cubicBezTo>
                  <a:cubicBezTo>
                    <a:pt x="63132" y="139759"/>
                    <a:pt x="70993" y="147603"/>
                    <a:pt x="70993" y="157233"/>
                  </a:cubicBezTo>
                  <a:cubicBezTo>
                    <a:pt x="70993" y="164549"/>
                    <a:pt x="66348" y="171151"/>
                    <a:pt x="59469" y="173661"/>
                  </a:cubicBezTo>
                  <a:cubicBezTo>
                    <a:pt x="50536" y="176931"/>
                    <a:pt x="40085" y="172500"/>
                    <a:pt x="30794" y="161503"/>
                  </a:cubicBezTo>
                  <a:cubicBezTo>
                    <a:pt x="24629" y="154115"/>
                    <a:pt x="13642" y="153150"/>
                    <a:pt x="6227" y="159359"/>
                  </a:cubicBezTo>
                  <a:cubicBezTo>
                    <a:pt x="-1187" y="165567"/>
                    <a:pt x="-2080" y="176582"/>
                    <a:pt x="4083" y="183970"/>
                  </a:cubicBezTo>
                  <a:cubicBezTo>
                    <a:pt x="13553" y="195217"/>
                    <a:pt x="24540" y="202926"/>
                    <a:pt x="36065" y="206812"/>
                  </a:cubicBezTo>
                  <a:lnTo>
                    <a:pt x="36065" y="227126"/>
                  </a:lnTo>
                  <a:cubicBezTo>
                    <a:pt x="36065" y="236774"/>
                    <a:pt x="43836" y="244599"/>
                    <a:pt x="53484" y="244599"/>
                  </a:cubicBezTo>
                  <a:cubicBezTo>
                    <a:pt x="63132" y="244599"/>
                    <a:pt x="70993" y="236774"/>
                    <a:pt x="70993" y="227126"/>
                  </a:cubicBezTo>
                  <a:lnTo>
                    <a:pt x="70993" y="206660"/>
                  </a:lnTo>
                  <a:cubicBezTo>
                    <a:pt x="71172" y="206606"/>
                    <a:pt x="71261" y="206553"/>
                    <a:pt x="71440" y="206499"/>
                  </a:cubicBezTo>
                  <a:cubicBezTo>
                    <a:pt x="92075" y="198995"/>
                    <a:pt x="105921" y="179200"/>
                    <a:pt x="105921" y="157242"/>
                  </a:cubicBezTo>
                  <a:cubicBezTo>
                    <a:pt x="105921" y="128343"/>
                    <a:pt x="82427" y="104831"/>
                    <a:pt x="53484" y="104831"/>
                  </a:cubicBezTo>
                  <a:cubicBezTo>
                    <a:pt x="43926" y="104831"/>
                    <a:pt x="36065" y="96987"/>
                    <a:pt x="36065" y="87358"/>
                  </a:cubicBezTo>
                  <a:cubicBezTo>
                    <a:pt x="36065" y="80318"/>
                    <a:pt x="40262" y="74002"/>
                    <a:pt x="46695" y="71260"/>
                  </a:cubicBezTo>
                  <a:cubicBezTo>
                    <a:pt x="54556" y="67946"/>
                    <a:pt x="63935" y="70778"/>
                    <a:pt x="72422" y="79014"/>
                  </a:cubicBezTo>
                  <a:cubicBezTo>
                    <a:pt x="79301" y="85723"/>
                    <a:pt x="90378" y="85553"/>
                    <a:pt x="97078" y="78621"/>
                  </a:cubicBezTo>
                  <a:cubicBezTo>
                    <a:pt x="103867" y="71689"/>
                    <a:pt x="103688" y="60630"/>
                    <a:pt x="96720" y="53912"/>
                  </a:cubicBezTo>
                  <a:cubicBezTo>
                    <a:pt x="88859" y="46265"/>
                    <a:pt x="80105" y="40869"/>
                    <a:pt x="70993" y="37823"/>
                  </a:cubicBezTo>
                  <a:lnTo>
                    <a:pt x="70993" y="17473"/>
                  </a:lnTo>
                  <a:cubicBezTo>
                    <a:pt x="70993" y="7825"/>
                    <a:pt x="63132" y="0"/>
                    <a:pt x="53484" y="0"/>
                  </a:cubicBezTo>
                  <a:cubicBezTo>
                    <a:pt x="43836" y="0"/>
                    <a:pt x="36065" y="7825"/>
                    <a:pt x="36065" y="17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8" name="Google Shape;2898;p38"/>
            <p:cNvSpPr/>
            <p:nvPr/>
          </p:nvSpPr>
          <p:spPr>
            <a:xfrm>
              <a:off x="9117468" y="5035631"/>
              <a:ext cx="384394" cy="596351"/>
            </a:xfrm>
            <a:custGeom>
              <a:rect b="b" l="l" r="r" t="t"/>
              <a:pathLst>
                <a:path extrusionOk="0" h="596351" w="384394">
                  <a:moveTo>
                    <a:pt x="366886" y="385529"/>
                  </a:moveTo>
                  <a:lnTo>
                    <a:pt x="234407" y="385529"/>
                  </a:lnTo>
                  <a:lnTo>
                    <a:pt x="274427" y="345473"/>
                  </a:lnTo>
                  <a:cubicBezTo>
                    <a:pt x="281216" y="338648"/>
                    <a:pt x="281216" y="327588"/>
                    <a:pt x="274427" y="320763"/>
                  </a:cubicBezTo>
                  <a:cubicBezTo>
                    <a:pt x="267639" y="313939"/>
                    <a:pt x="256561" y="313939"/>
                    <a:pt x="249682" y="320763"/>
                  </a:cubicBezTo>
                  <a:lnTo>
                    <a:pt x="209662" y="360820"/>
                  </a:lnTo>
                  <a:lnTo>
                    <a:pt x="209662" y="313519"/>
                  </a:lnTo>
                  <a:cubicBezTo>
                    <a:pt x="287113" y="305014"/>
                    <a:pt x="349377" y="239507"/>
                    <a:pt x="349377" y="157242"/>
                  </a:cubicBezTo>
                  <a:cubicBezTo>
                    <a:pt x="349377" y="70134"/>
                    <a:pt x="278983" y="0"/>
                    <a:pt x="192153" y="0"/>
                  </a:cubicBezTo>
                  <a:cubicBezTo>
                    <a:pt x="105323" y="0"/>
                    <a:pt x="35018" y="69866"/>
                    <a:pt x="35018" y="157242"/>
                  </a:cubicBezTo>
                  <a:cubicBezTo>
                    <a:pt x="35018" y="239525"/>
                    <a:pt x="97283" y="305006"/>
                    <a:pt x="174733" y="313519"/>
                  </a:cubicBezTo>
                  <a:lnTo>
                    <a:pt x="174733" y="360820"/>
                  </a:lnTo>
                  <a:lnTo>
                    <a:pt x="134623" y="320763"/>
                  </a:lnTo>
                  <a:cubicBezTo>
                    <a:pt x="127834" y="313939"/>
                    <a:pt x="116757" y="313939"/>
                    <a:pt x="109968" y="320763"/>
                  </a:cubicBezTo>
                  <a:cubicBezTo>
                    <a:pt x="103089" y="327588"/>
                    <a:pt x="103089" y="338648"/>
                    <a:pt x="109968" y="345473"/>
                  </a:cubicBezTo>
                  <a:lnTo>
                    <a:pt x="149988" y="385529"/>
                  </a:lnTo>
                  <a:lnTo>
                    <a:pt x="17420" y="385529"/>
                  </a:lnTo>
                  <a:cubicBezTo>
                    <a:pt x="7772" y="385529"/>
                    <a:pt x="0" y="393355"/>
                    <a:pt x="0" y="403002"/>
                  </a:cubicBezTo>
                  <a:cubicBezTo>
                    <a:pt x="0" y="412650"/>
                    <a:pt x="7772" y="420476"/>
                    <a:pt x="17420" y="420476"/>
                  </a:cubicBezTo>
                  <a:lnTo>
                    <a:pt x="38056" y="420476"/>
                  </a:lnTo>
                  <a:lnTo>
                    <a:pt x="70215" y="582282"/>
                  </a:lnTo>
                  <a:cubicBezTo>
                    <a:pt x="71823" y="590456"/>
                    <a:pt x="79059" y="596352"/>
                    <a:pt x="87366" y="596352"/>
                  </a:cubicBezTo>
                  <a:lnTo>
                    <a:pt x="297028" y="596352"/>
                  </a:lnTo>
                  <a:cubicBezTo>
                    <a:pt x="305336" y="596352"/>
                    <a:pt x="312482" y="590456"/>
                    <a:pt x="314180" y="582282"/>
                  </a:cubicBezTo>
                  <a:lnTo>
                    <a:pt x="346250" y="420476"/>
                  </a:lnTo>
                  <a:lnTo>
                    <a:pt x="366886" y="420476"/>
                  </a:lnTo>
                  <a:cubicBezTo>
                    <a:pt x="376533" y="420476"/>
                    <a:pt x="384394" y="412650"/>
                    <a:pt x="384394" y="403002"/>
                  </a:cubicBezTo>
                  <a:cubicBezTo>
                    <a:pt x="384394" y="393355"/>
                    <a:pt x="376533" y="385529"/>
                    <a:pt x="366886" y="385529"/>
                  </a:cubicBezTo>
                  <a:close/>
                  <a:moveTo>
                    <a:pt x="105679" y="70760"/>
                  </a:moveTo>
                  <a:cubicBezTo>
                    <a:pt x="128817" y="47667"/>
                    <a:pt x="159547" y="34947"/>
                    <a:pt x="192153" y="34947"/>
                  </a:cubicBezTo>
                  <a:cubicBezTo>
                    <a:pt x="224848" y="34947"/>
                    <a:pt x="255579" y="47667"/>
                    <a:pt x="278626" y="70760"/>
                  </a:cubicBezTo>
                  <a:cubicBezTo>
                    <a:pt x="355540" y="147674"/>
                    <a:pt x="300601" y="279546"/>
                    <a:pt x="192153" y="279546"/>
                  </a:cubicBezTo>
                  <a:cubicBezTo>
                    <a:pt x="83704" y="279546"/>
                    <a:pt x="28854" y="147603"/>
                    <a:pt x="105679" y="70769"/>
                  </a:cubicBezTo>
                  <a:close/>
                  <a:moveTo>
                    <a:pt x="101659" y="561406"/>
                  </a:moveTo>
                  <a:lnTo>
                    <a:pt x="87545" y="490360"/>
                  </a:lnTo>
                  <a:lnTo>
                    <a:pt x="296760" y="490360"/>
                  </a:lnTo>
                  <a:lnTo>
                    <a:pt x="282646" y="561406"/>
                  </a:lnTo>
                  <a:lnTo>
                    <a:pt x="101659" y="561406"/>
                  </a:lnTo>
                  <a:close/>
                  <a:moveTo>
                    <a:pt x="303728" y="455413"/>
                  </a:moveTo>
                  <a:lnTo>
                    <a:pt x="80666" y="455413"/>
                  </a:lnTo>
                  <a:lnTo>
                    <a:pt x="73699" y="420467"/>
                  </a:lnTo>
                  <a:lnTo>
                    <a:pt x="310696" y="420467"/>
                  </a:lnTo>
                  <a:lnTo>
                    <a:pt x="303728" y="4554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9" name="Google Shape;2899;p38"/>
          <p:cNvGrpSpPr/>
          <p:nvPr/>
        </p:nvGrpSpPr>
        <p:grpSpPr>
          <a:xfrm>
            <a:off x="1827887" y="1833145"/>
            <a:ext cx="242288" cy="350530"/>
            <a:chOff x="1384097" y="2169850"/>
            <a:chExt cx="412195" cy="596343"/>
          </a:xfrm>
        </p:grpSpPr>
        <p:sp>
          <p:nvSpPr>
            <p:cNvPr id="2900" name="Google Shape;2900;p38"/>
            <p:cNvSpPr/>
            <p:nvPr/>
          </p:nvSpPr>
          <p:spPr>
            <a:xfrm>
              <a:off x="1384097" y="2169850"/>
              <a:ext cx="412195" cy="596343"/>
            </a:xfrm>
            <a:custGeom>
              <a:rect b="b" l="l" r="r" t="t"/>
              <a:pathLst>
                <a:path extrusionOk="0" h="596343" w="412195">
                  <a:moveTo>
                    <a:pt x="395534" y="165621"/>
                  </a:moveTo>
                  <a:lnTo>
                    <a:pt x="282279" y="64506"/>
                  </a:lnTo>
                  <a:lnTo>
                    <a:pt x="296117" y="22994"/>
                  </a:lnTo>
                  <a:cubicBezTo>
                    <a:pt x="297895" y="17670"/>
                    <a:pt x="297001" y="11810"/>
                    <a:pt x="293714" y="7254"/>
                  </a:cubicBezTo>
                  <a:cubicBezTo>
                    <a:pt x="290435" y="2698"/>
                    <a:pt x="285156" y="0"/>
                    <a:pt x="279537" y="0"/>
                  </a:cubicBezTo>
                  <a:cubicBezTo>
                    <a:pt x="252800" y="0"/>
                    <a:pt x="229091" y="8031"/>
                    <a:pt x="209063" y="23878"/>
                  </a:cubicBezTo>
                  <a:cubicBezTo>
                    <a:pt x="196119" y="34116"/>
                    <a:pt x="187757" y="45238"/>
                    <a:pt x="182764" y="52616"/>
                  </a:cubicBezTo>
                  <a:cubicBezTo>
                    <a:pt x="148845" y="54135"/>
                    <a:pt x="118910" y="63935"/>
                    <a:pt x="93664" y="81792"/>
                  </a:cubicBezTo>
                  <a:cubicBezTo>
                    <a:pt x="70876" y="97917"/>
                    <a:pt x="51866" y="120687"/>
                    <a:pt x="37171" y="149461"/>
                  </a:cubicBezTo>
                  <a:cubicBezTo>
                    <a:pt x="11792" y="199156"/>
                    <a:pt x="5360" y="254086"/>
                    <a:pt x="2269" y="280484"/>
                  </a:cubicBezTo>
                  <a:cubicBezTo>
                    <a:pt x="1787" y="284602"/>
                    <a:pt x="1242" y="289221"/>
                    <a:pt x="920" y="290971"/>
                  </a:cubicBezTo>
                  <a:cubicBezTo>
                    <a:pt x="-1179" y="297189"/>
                    <a:pt x="384" y="304139"/>
                    <a:pt x="5083" y="308865"/>
                  </a:cubicBezTo>
                  <a:cubicBezTo>
                    <a:pt x="6843" y="310633"/>
                    <a:pt x="8504" y="312223"/>
                    <a:pt x="10112" y="313769"/>
                  </a:cubicBezTo>
                  <a:cubicBezTo>
                    <a:pt x="18099" y="321425"/>
                    <a:pt x="22914" y="326043"/>
                    <a:pt x="27005" y="340059"/>
                  </a:cubicBezTo>
                  <a:cubicBezTo>
                    <a:pt x="31847" y="356675"/>
                    <a:pt x="34384" y="383028"/>
                    <a:pt x="34857" y="422325"/>
                  </a:cubicBezTo>
                  <a:cubicBezTo>
                    <a:pt x="14570" y="429561"/>
                    <a:pt x="0" y="448964"/>
                    <a:pt x="0" y="471708"/>
                  </a:cubicBezTo>
                  <a:cubicBezTo>
                    <a:pt x="0" y="485116"/>
                    <a:pt x="5074" y="497373"/>
                    <a:pt x="13391" y="506654"/>
                  </a:cubicBezTo>
                  <a:cubicBezTo>
                    <a:pt x="5065" y="515936"/>
                    <a:pt x="0" y="528183"/>
                    <a:pt x="0" y="541601"/>
                  </a:cubicBezTo>
                  <a:lnTo>
                    <a:pt x="0" y="578870"/>
                  </a:lnTo>
                  <a:cubicBezTo>
                    <a:pt x="0" y="588518"/>
                    <a:pt x="7825" y="596343"/>
                    <a:pt x="17473" y="596343"/>
                  </a:cubicBezTo>
                  <a:lnTo>
                    <a:pt x="331957" y="596343"/>
                  </a:lnTo>
                  <a:cubicBezTo>
                    <a:pt x="341605" y="596343"/>
                    <a:pt x="349430" y="588518"/>
                    <a:pt x="349430" y="578870"/>
                  </a:cubicBezTo>
                  <a:lnTo>
                    <a:pt x="349430" y="541601"/>
                  </a:lnTo>
                  <a:cubicBezTo>
                    <a:pt x="349430" y="528192"/>
                    <a:pt x="344356" y="515936"/>
                    <a:pt x="336039" y="506654"/>
                  </a:cubicBezTo>
                  <a:cubicBezTo>
                    <a:pt x="344356" y="497373"/>
                    <a:pt x="349430" y="485125"/>
                    <a:pt x="349430" y="471708"/>
                  </a:cubicBezTo>
                  <a:cubicBezTo>
                    <a:pt x="349430" y="448928"/>
                    <a:pt x="334824" y="429516"/>
                    <a:pt x="314484" y="422298"/>
                  </a:cubicBezTo>
                  <a:lnTo>
                    <a:pt x="314484" y="369047"/>
                  </a:lnTo>
                  <a:cubicBezTo>
                    <a:pt x="314484" y="339202"/>
                    <a:pt x="295545" y="312554"/>
                    <a:pt x="267361" y="302736"/>
                  </a:cubicBezTo>
                  <a:cubicBezTo>
                    <a:pt x="243617" y="294464"/>
                    <a:pt x="234147" y="277750"/>
                    <a:pt x="230101" y="261948"/>
                  </a:cubicBezTo>
                  <a:cubicBezTo>
                    <a:pt x="246368" y="261313"/>
                    <a:pt x="270041" y="258356"/>
                    <a:pt x="296778" y="246529"/>
                  </a:cubicBezTo>
                  <a:lnTo>
                    <a:pt x="308704" y="252487"/>
                  </a:lnTo>
                  <a:cubicBezTo>
                    <a:pt x="348001" y="272140"/>
                    <a:pt x="387021" y="253908"/>
                    <a:pt x="403798" y="226778"/>
                  </a:cubicBezTo>
                  <a:cubicBezTo>
                    <a:pt x="417528" y="204570"/>
                    <a:pt x="414178" y="180093"/>
                    <a:pt x="395534" y="165603"/>
                  </a:cubicBezTo>
                  <a:close/>
                  <a:moveTo>
                    <a:pt x="297010" y="454252"/>
                  </a:moveTo>
                  <a:cubicBezTo>
                    <a:pt x="306640" y="454252"/>
                    <a:pt x="314484" y="462095"/>
                    <a:pt x="314484" y="471725"/>
                  </a:cubicBezTo>
                  <a:cubicBezTo>
                    <a:pt x="314484" y="481355"/>
                    <a:pt x="306640" y="489199"/>
                    <a:pt x="297010" y="489199"/>
                  </a:cubicBezTo>
                  <a:lnTo>
                    <a:pt x="52411" y="489199"/>
                  </a:lnTo>
                  <a:cubicBezTo>
                    <a:pt x="42781" y="489199"/>
                    <a:pt x="34938" y="481355"/>
                    <a:pt x="34938" y="471725"/>
                  </a:cubicBezTo>
                  <a:cubicBezTo>
                    <a:pt x="34938" y="462095"/>
                    <a:pt x="42781" y="454252"/>
                    <a:pt x="52411" y="454252"/>
                  </a:cubicBezTo>
                  <a:lnTo>
                    <a:pt x="297010" y="454252"/>
                  </a:lnTo>
                  <a:close/>
                  <a:moveTo>
                    <a:pt x="314484" y="561406"/>
                  </a:moveTo>
                  <a:lnTo>
                    <a:pt x="34947" y="561406"/>
                  </a:lnTo>
                  <a:lnTo>
                    <a:pt x="34947" y="541601"/>
                  </a:lnTo>
                  <a:cubicBezTo>
                    <a:pt x="34947" y="531971"/>
                    <a:pt x="42790" y="524127"/>
                    <a:pt x="52420" y="524127"/>
                  </a:cubicBezTo>
                  <a:lnTo>
                    <a:pt x="297019" y="524127"/>
                  </a:lnTo>
                  <a:cubicBezTo>
                    <a:pt x="306649" y="524127"/>
                    <a:pt x="314492" y="531971"/>
                    <a:pt x="314492" y="541601"/>
                  </a:cubicBezTo>
                  <a:lnTo>
                    <a:pt x="314492" y="561406"/>
                  </a:lnTo>
                  <a:close/>
                  <a:moveTo>
                    <a:pt x="374077" y="208429"/>
                  </a:moveTo>
                  <a:cubicBezTo>
                    <a:pt x="367189" y="219560"/>
                    <a:pt x="347608" y="232897"/>
                    <a:pt x="324337" y="221257"/>
                  </a:cubicBezTo>
                  <a:lnTo>
                    <a:pt x="304827" y="211502"/>
                  </a:lnTo>
                  <a:cubicBezTo>
                    <a:pt x="299905" y="209045"/>
                    <a:pt x="294125" y="209045"/>
                    <a:pt x="289203" y="211502"/>
                  </a:cubicBezTo>
                  <a:cubicBezTo>
                    <a:pt x="257561" y="227323"/>
                    <a:pt x="229770" y="227349"/>
                    <a:pt x="216897" y="227126"/>
                  </a:cubicBezTo>
                  <a:lnTo>
                    <a:pt x="169596" y="179825"/>
                  </a:lnTo>
                  <a:cubicBezTo>
                    <a:pt x="162780" y="173009"/>
                    <a:pt x="151712" y="173009"/>
                    <a:pt x="144887" y="179825"/>
                  </a:cubicBezTo>
                  <a:cubicBezTo>
                    <a:pt x="138062" y="186641"/>
                    <a:pt x="138062" y="197709"/>
                    <a:pt x="144887" y="204534"/>
                  </a:cubicBezTo>
                  <a:lnTo>
                    <a:pt x="193001" y="252648"/>
                  </a:lnTo>
                  <a:cubicBezTo>
                    <a:pt x="193859" y="260661"/>
                    <a:pt x="195967" y="274963"/>
                    <a:pt x="203239" y="289891"/>
                  </a:cubicBezTo>
                  <a:cubicBezTo>
                    <a:pt x="213816" y="311580"/>
                    <a:pt x="232004" y="327437"/>
                    <a:pt x="255855" y="335736"/>
                  </a:cubicBezTo>
                  <a:cubicBezTo>
                    <a:pt x="270014" y="340667"/>
                    <a:pt x="279528" y="354049"/>
                    <a:pt x="279528" y="369047"/>
                  </a:cubicBezTo>
                  <a:lnTo>
                    <a:pt x="279528" y="419297"/>
                  </a:lnTo>
                  <a:lnTo>
                    <a:pt x="69750" y="419297"/>
                  </a:lnTo>
                  <a:cubicBezTo>
                    <a:pt x="68375" y="329089"/>
                    <a:pt x="55948" y="309722"/>
                    <a:pt x="36260" y="290462"/>
                  </a:cubicBezTo>
                  <a:cubicBezTo>
                    <a:pt x="36474" y="288720"/>
                    <a:pt x="36706" y="286764"/>
                    <a:pt x="36965" y="284549"/>
                  </a:cubicBezTo>
                  <a:cubicBezTo>
                    <a:pt x="42683" y="235773"/>
                    <a:pt x="60067" y="87349"/>
                    <a:pt x="192179" y="87349"/>
                  </a:cubicBezTo>
                  <a:cubicBezTo>
                    <a:pt x="196691" y="87349"/>
                    <a:pt x="201023" y="85607"/>
                    <a:pt x="204275" y="82480"/>
                  </a:cubicBezTo>
                  <a:cubicBezTo>
                    <a:pt x="206187" y="80640"/>
                    <a:pt x="207446" y="78701"/>
                    <a:pt x="209188" y="76012"/>
                  </a:cubicBezTo>
                  <a:cubicBezTo>
                    <a:pt x="217800" y="62702"/>
                    <a:pt x="231128" y="46077"/>
                    <a:pt x="254033" y="38725"/>
                  </a:cubicBezTo>
                  <a:lnTo>
                    <a:pt x="245493" y="64346"/>
                  </a:lnTo>
                  <a:cubicBezTo>
                    <a:pt x="243286" y="70965"/>
                    <a:pt x="245225" y="78255"/>
                    <a:pt x="250433" y="82900"/>
                  </a:cubicBezTo>
                  <a:lnTo>
                    <a:pt x="372755" y="192108"/>
                  </a:lnTo>
                  <a:cubicBezTo>
                    <a:pt x="373130" y="192439"/>
                    <a:pt x="373514" y="192751"/>
                    <a:pt x="373907" y="193055"/>
                  </a:cubicBezTo>
                  <a:cubicBezTo>
                    <a:pt x="378284" y="196333"/>
                    <a:pt x="378347" y="201506"/>
                    <a:pt x="374077" y="2084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1593750" y="2309619"/>
              <a:ext cx="34946" cy="34946"/>
            </a:xfrm>
            <a:custGeom>
              <a:rect b="b" l="l" r="r" t="t"/>
              <a:pathLst>
                <a:path extrusionOk="0" h="34946" w="34946">
                  <a:moveTo>
                    <a:pt x="34947" y="17473"/>
                  </a:moveTo>
                  <a:cubicBezTo>
                    <a:pt x="34947" y="27121"/>
                    <a:pt x="27121" y="34947"/>
                    <a:pt x="17473" y="34947"/>
                  </a:cubicBezTo>
                  <a:cubicBezTo>
                    <a:pt x="7825" y="34947"/>
                    <a:pt x="0" y="27121"/>
                    <a:pt x="0" y="17473"/>
                  </a:cubicBezTo>
                  <a:cubicBezTo>
                    <a:pt x="0" y="7825"/>
                    <a:pt x="7825" y="0"/>
                    <a:pt x="17473" y="0"/>
                  </a:cubicBezTo>
                  <a:cubicBezTo>
                    <a:pt x="27121" y="0"/>
                    <a:pt x="34947" y="7825"/>
                    <a:pt x="34947" y="17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2" name="Google Shape;2902;p38"/>
          <p:cNvSpPr/>
          <p:nvPr/>
        </p:nvSpPr>
        <p:spPr>
          <a:xfrm>
            <a:off x="7020150" y="1833145"/>
            <a:ext cx="349669" cy="307316"/>
          </a:xfrm>
          <a:custGeom>
            <a:rect b="b" l="l" r="r" t="t"/>
            <a:pathLst>
              <a:path extrusionOk="0" h="523091" w="595181">
                <a:moveTo>
                  <a:pt x="570330" y="278983"/>
                </a:moveTo>
                <a:lnTo>
                  <a:pt x="577735" y="278983"/>
                </a:lnTo>
                <a:cubicBezTo>
                  <a:pt x="587365" y="278983"/>
                  <a:pt x="595173" y="271176"/>
                  <a:pt x="595173" y="261546"/>
                </a:cubicBezTo>
                <a:cubicBezTo>
                  <a:pt x="595173" y="251916"/>
                  <a:pt x="587365" y="244108"/>
                  <a:pt x="577735" y="244108"/>
                </a:cubicBezTo>
                <a:lnTo>
                  <a:pt x="570330" y="244108"/>
                </a:lnTo>
                <a:lnTo>
                  <a:pt x="593217" y="199799"/>
                </a:lnTo>
                <a:cubicBezTo>
                  <a:pt x="599202" y="188213"/>
                  <a:pt x="590787" y="174358"/>
                  <a:pt x="577727" y="174358"/>
                </a:cubicBezTo>
                <a:lnTo>
                  <a:pt x="509343" y="174358"/>
                </a:lnTo>
                <a:cubicBezTo>
                  <a:pt x="492361" y="126494"/>
                  <a:pt x="461157" y="83722"/>
                  <a:pt x="420449" y="52902"/>
                </a:cubicBezTo>
                <a:cubicBezTo>
                  <a:pt x="374738" y="18295"/>
                  <a:pt x="320192" y="0"/>
                  <a:pt x="262707" y="0"/>
                </a:cubicBezTo>
                <a:cubicBezTo>
                  <a:pt x="117846" y="0"/>
                  <a:pt x="0" y="117328"/>
                  <a:pt x="0" y="261546"/>
                </a:cubicBezTo>
                <a:cubicBezTo>
                  <a:pt x="0" y="405763"/>
                  <a:pt x="117846" y="523091"/>
                  <a:pt x="262707" y="523091"/>
                </a:cubicBezTo>
                <a:cubicBezTo>
                  <a:pt x="320192" y="523091"/>
                  <a:pt x="374738" y="504805"/>
                  <a:pt x="420449" y="470189"/>
                </a:cubicBezTo>
                <a:cubicBezTo>
                  <a:pt x="461166" y="439369"/>
                  <a:pt x="492370" y="396597"/>
                  <a:pt x="509343" y="348733"/>
                </a:cubicBezTo>
                <a:lnTo>
                  <a:pt x="577727" y="348733"/>
                </a:lnTo>
                <a:cubicBezTo>
                  <a:pt x="590760" y="348733"/>
                  <a:pt x="599211" y="334887"/>
                  <a:pt x="593217" y="323292"/>
                </a:cubicBezTo>
                <a:lnTo>
                  <a:pt x="570330" y="278983"/>
                </a:lnTo>
                <a:close/>
                <a:moveTo>
                  <a:pt x="531077" y="244108"/>
                </a:moveTo>
                <a:lnTo>
                  <a:pt x="465293" y="244108"/>
                </a:lnTo>
                <a:lnTo>
                  <a:pt x="482731" y="209242"/>
                </a:lnTo>
                <a:lnTo>
                  <a:pt x="549105" y="209242"/>
                </a:lnTo>
                <a:lnTo>
                  <a:pt x="531086" y="244108"/>
                </a:lnTo>
                <a:close/>
                <a:moveTo>
                  <a:pt x="383519" y="244108"/>
                </a:moveTo>
                <a:cubicBezTo>
                  <a:pt x="375032" y="185042"/>
                  <a:pt x="324096" y="139492"/>
                  <a:pt x="262716" y="139492"/>
                </a:cubicBezTo>
                <a:cubicBezTo>
                  <a:pt x="195413" y="139492"/>
                  <a:pt x="140662" y="194243"/>
                  <a:pt x="140662" y="261546"/>
                </a:cubicBezTo>
                <a:cubicBezTo>
                  <a:pt x="140662" y="328848"/>
                  <a:pt x="195413" y="383600"/>
                  <a:pt x="262716" y="383600"/>
                </a:cubicBezTo>
                <a:cubicBezTo>
                  <a:pt x="324096" y="383600"/>
                  <a:pt x="375032" y="338058"/>
                  <a:pt x="383519" y="278983"/>
                </a:cubicBezTo>
                <a:lnTo>
                  <a:pt x="418671" y="278983"/>
                </a:lnTo>
                <a:cubicBezTo>
                  <a:pt x="409970" y="357336"/>
                  <a:pt x="343355" y="418475"/>
                  <a:pt x="262716" y="418475"/>
                </a:cubicBezTo>
                <a:cubicBezTo>
                  <a:pt x="176189" y="418475"/>
                  <a:pt x="105787" y="348081"/>
                  <a:pt x="105787" y="261546"/>
                </a:cubicBezTo>
                <a:cubicBezTo>
                  <a:pt x="105787" y="175010"/>
                  <a:pt x="176180" y="104616"/>
                  <a:pt x="262716" y="104616"/>
                </a:cubicBezTo>
                <a:cubicBezTo>
                  <a:pt x="343355" y="104616"/>
                  <a:pt x="409970" y="165755"/>
                  <a:pt x="418671" y="244108"/>
                </a:cubicBezTo>
                <a:lnTo>
                  <a:pt x="383519" y="244108"/>
                </a:lnTo>
                <a:close/>
                <a:moveTo>
                  <a:pt x="312027" y="244108"/>
                </a:moveTo>
                <a:cubicBezTo>
                  <a:pt x="304827" y="223812"/>
                  <a:pt x="285451" y="209242"/>
                  <a:pt x="262716" y="209242"/>
                </a:cubicBezTo>
                <a:cubicBezTo>
                  <a:pt x="233870" y="209242"/>
                  <a:pt x="210412" y="232700"/>
                  <a:pt x="210412" y="261546"/>
                </a:cubicBezTo>
                <a:cubicBezTo>
                  <a:pt x="210412" y="290391"/>
                  <a:pt x="233870" y="313858"/>
                  <a:pt x="262716" y="313858"/>
                </a:cubicBezTo>
                <a:cubicBezTo>
                  <a:pt x="285451" y="313858"/>
                  <a:pt x="304827" y="299279"/>
                  <a:pt x="312027" y="278983"/>
                </a:cubicBezTo>
                <a:lnTo>
                  <a:pt x="348144" y="278983"/>
                </a:lnTo>
                <a:cubicBezTo>
                  <a:pt x="340050" y="318727"/>
                  <a:pt x="304818" y="348733"/>
                  <a:pt x="262716" y="348733"/>
                </a:cubicBezTo>
                <a:cubicBezTo>
                  <a:pt x="214646" y="348733"/>
                  <a:pt x="175537" y="309624"/>
                  <a:pt x="175537" y="261546"/>
                </a:cubicBezTo>
                <a:cubicBezTo>
                  <a:pt x="175537" y="213467"/>
                  <a:pt x="214646" y="174367"/>
                  <a:pt x="262716" y="174367"/>
                </a:cubicBezTo>
                <a:cubicBezTo>
                  <a:pt x="304818" y="174367"/>
                  <a:pt x="340041" y="204364"/>
                  <a:pt x="348144" y="244108"/>
                </a:cubicBezTo>
                <a:lnTo>
                  <a:pt x="312027" y="244108"/>
                </a:lnTo>
                <a:close/>
                <a:moveTo>
                  <a:pt x="280153" y="261546"/>
                </a:moveTo>
                <a:cubicBezTo>
                  <a:pt x="280153" y="271158"/>
                  <a:pt x="272337" y="278983"/>
                  <a:pt x="262716" y="278983"/>
                </a:cubicBezTo>
                <a:cubicBezTo>
                  <a:pt x="253095" y="278983"/>
                  <a:pt x="245278" y="271158"/>
                  <a:pt x="245278" y="261546"/>
                </a:cubicBezTo>
                <a:cubicBezTo>
                  <a:pt x="245278" y="251933"/>
                  <a:pt x="253104" y="244108"/>
                  <a:pt x="262716" y="244108"/>
                </a:cubicBezTo>
                <a:cubicBezTo>
                  <a:pt x="272328" y="244108"/>
                  <a:pt x="280153" y="251933"/>
                  <a:pt x="280153" y="261546"/>
                </a:cubicBezTo>
                <a:close/>
                <a:moveTo>
                  <a:pt x="262716" y="488225"/>
                </a:moveTo>
                <a:cubicBezTo>
                  <a:pt x="137089" y="488225"/>
                  <a:pt x="34884" y="386539"/>
                  <a:pt x="34884" y="261546"/>
                </a:cubicBezTo>
                <a:cubicBezTo>
                  <a:pt x="34884" y="136553"/>
                  <a:pt x="137089" y="34875"/>
                  <a:pt x="262716" y="34875"/>
                </a:cubicBezTo>
                <a:cubicBezTo>
                  <a:pt x="354281" y="34875"/>
                  <a:pt x="437199" y="91181"/>
                  <a:pt x="472002" y="174367"/>
                </a:cubicBezTo>
                <a:lnTo>
                  <a:pt x="471949" y="174367"/>
                </a:lnTo>
                <a:cubicBezTo>
                  <a:pt x="465338" y="174367"/>
                  <a:pt x="459308" y="178101"/>
                  <a:pt x="456351" y="184006"/>
                </a:cubicBezTo>
                <a:lnTo>
                  <a:pt x="445944" y="204820"/>
                </a:lnTo>
                <a:cubicBezTo>
                  <a:pt x="421700" y="126664"/>
                  <a:pt x="348725" y="69750"/>
                  <a:pt x="262707" y="69750"/>
                </a:cubicBezTo>
                <a:cubicBezTo>
                  <a:pt x="156947" y="69750"/>
                  <a:pt x="70911" y="155795"/>
                  <a:pt x="70911" y="261554"/>
                </a:cubicBezTo>
                <a:cubicBezTo>
                  <a:pt x="70911" y="367314"/>
                  <a:pt x="156956" y="453359"/>
                  <a:pt x="262707" y="453359"/>
                </a:cubicBezTo>
                <a:cubicBezTo>
                  <a:pt x="348725" y="453359"/>
                  <a:pt x="421700" y="396437"/>
                  <a:pt x="445944" y="318289"/>
                </a:cubicBezTo>
                <a:lnTo>
                  <a:pt x="456351" y="339103"/>
                </a:lnTo>
                <a:cubicBezTo>
                  <a:pt x="459308" y="345008"/>
                  <a:pt x="465338" y="348742"/>
                  <a:pt x="471949" y="348742"/>
                </a:cubicBezTo>
                <a:lnTo>
                  <a:pt x="472002" y="348742"/>
                </a:lnTo>
                <a:cubicBezTo>
                  <a:pt x="437199" y="431928"/>
                  <a:pt x="354272" y="488234"/>
                  <a:pt x="262716" y="488234"/>
                </a:cubicBezTo>
                <a:close/>
                <a:moveTo>
                  <a:pt x="482731" y="313858"/>
                </a:moveTo>
                <a:lnTo>
                  <a:pt x="465293" y="278983"/>
                </a:lnTo>
                <a:lnTo>
                  <a:pt x="531077" y="278983"/>
                </a:lnTo>
                <a:lnTo>
                  <a:pt x="549096" y="313858"/>
                </a:lnTo>
                <a:lnTo>
                  <a:pt x="482722" y="31385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39"/>
          <p:cNvSpPr/>
          <p:nvPr/>
        </p:nvSpPr>
        <p:spPr>
          <a:xfrm>
            <a:off x="7188550" y="3089750"/>
            <a:ext cx="1074900" cy="10749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908" name="Google Shape;2908;p39"/>
          <p:cNvGrpSpPr/>
          <p:nvPr/>
        </p:nvGrpSpPr>
        <p:grpSpPr>
          <a:xfrm>
            <a:off x="7427104" y="3328308"/>
            <a:ext cx="597789" cy="597792"/>
            <a:chOff x="-4" y="2169841"/>
            <a:chExt cx="596358" cy="596361"/>
          </a:xfrm>
        </p:grpSpPr>
        <p:sp>
          <p:nvSpPr>
            <p:cNvPr id="2909" name="Google Shape;2909;p39"/>
            <p:cNvSpPr/>
            <p:nvPr/>
          </p:nvSpPr>
          <p:spPr>
            <a:xfrm>
              <a:off x="-4" y="2275843"/>
              <a:ext cx="596358" cy="384358"/>
            </a:xfrm>
            <a:custGeom>
              <a:rect b="b" l="l" r="r" t="t"/>
              <a:pathLst>
                <a:path extrusionOk="0" h="384358" w="596358">
                  <a:moveTo>
                    <a:pt x="593042" y="202417"/>
                  </a:moveTo>
                  <a:cubicBezTo>
                    <a:pt x="597464" y="196307"/>
                    <a:pt x="597464" y="188052"/>
                    <a:pt x="593042" y="181942"/>
                  </a:cubicBezTo>
                  <a:cubicBezTo>
                    <a:pt x="556926" y="132006"/>
                    <a:pt x="486979" y="64283"/>
                    <a:pt x="414834" y="29069"/>
                  </a:cubicBezTo>
                  <a:cubicBezTo>
                    <a:pt x="375323" y="9782"/>
                    <a:pt x="336071" y="0"/>
                    <a:pt x="298176" y="0"/>
                  </a:cubicBezTo>
                  <a:cubicBezTo>
                    <a:pt x="260282" y="0"/>
                    <a:pt x="221038" y="9782"/>
                    <a:pt x="181518" y="29069"/>
                  </a:cubicBezTo>
                  <a:cubicBezTo>
                    <a:pt x="110195" y="63890"/>
                    <a:pt x="39855" y="131425"/>
                    <a:pt x="3310" y="181942"/>
                  </a:cubicBezTo>
                  <a:cubicBezTo>
                    <a:pt x="-1103" y="188052"/>
                    <a:pt x="-1103" y="196307"/>
                    <a:pt x="3310" y="202417"/>
                  </a:cubicBezTo>
                  <a:cubicBezTo>
                    <a:pt x="39427" y="252353"/>
                    <a:pt x="109373" y="320076"/>
                    <a:pt x="181518" y="355290"/>
                  </a:cubicBezTo>
                  <a:cubicBezTo>
                    <a:pt x="221029" y="374577"/>
                    <a:pt x="260282" y="384359"/>
                    <a:pt x="298176" y="384359"/>
                  </a:cubicBezTo>
                  <a:cubicBezTo>
                    <a:pt x="376127" y="384359"/>
                    <a:pt x="448914" y="343338"/>
                    <a:pt x="507802" y="292794"/>
                  </a:cubicBezTo>
                  <a:cubicBezTo>
                    <a:pt x="559650" y="248280"/>
                    <a:pt x="591702" y="204266"/>
                    <a:pt x="593033" y="202417"/>
                  </a:cubicBezTo>
                  <a:close/>
                  <a:moveTo>
                    <a:pt x="298185" y="349421"/>
                  </a:moveTo>
                  <a:cubicBezTo>
                    <a:pt x="199268" y="349421"/>
                    <a:pt x="100949" y="268540"/>
                    <a:pt x="39587" y="192188"/>
                  </a:cubicBezTo>
                  <a:cubicBezTo>
                    <a:pt x="68870" y="155804"/>
                    <a:pt x="175416" y="34947"/>
                    <a:pt x="298185" y="34947"/>
                  </a:cubicBezTo>
                  <a:cubicBezTo>
                    <a:pt x="397022" y="34947"/>
                    <a:pt x="495340" y="115720"/>
                    <a:pt x="556783" y="192179"/>
                  </a:cubicBezTo>
                  <a:cubicBezTo>
                    <a:pt x="527500" y="228564"/>
                    <a:pt x="420954" y="349421"/>
                    <a:pt x="298185" y="349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0" name="Google Shape;2910;p39"/>
            <p:cNvSpPr/>
            <p:nvPr/>
          </p:nvSpPr>
          <p:spPr>
            <a:xfrm>
              <a:off x="175876" y="2345727"/>
              <a:ext cx="244590" cy="244590"/>
            </a:xfrm>
            <a:custGeom>
              <a:rect b="b" l="l" r="r" t="t"/>
              <a:pathLst>
                <a:path extrusionOk="0" h="244590" w="244590">
                  <a:moveTo>
                    <a:pt x="122295" y="0"/>
                  </a:moveTo>
                  <a:cubicBezTo>
                    <a:pt x="54859" y="0"/>
                    <a:pt x="0" y="54859"/>
                    <a:pt x="0" y="122295"/>
                  </a:cubicBezTo>
                  <a:cubicBezTo>
                    <a:pt x="0" y="189732"/>
                    <a:pt x="54859" y="244590"/>
                    <a:pt x="122295" y="244590"/>
                  </a:cubicBezTo>
                  <a:cubicBezTo>
                    <a:pt x="189732" y="244590"/>
                    <a:pt x="244590" y="189732"/>
                    <a:pt x="244590" y="122295"/>
                  </a:cubicBezTo>
                  <a:cubicBezTo>
                    <a:pt x="244590" y="54859"/>
                    <a:pt x="189732" y="0"/>
                    <a:pt x="122295" y="0"/>
                  </a:cubicBezTo>
                  <a:close/>
                  <a:moveTo>
                    <a:pt x="122295" y="209653"/>
                  </a:moveTo>
                  <a:cubicBezTo>
                    <a:pt x="74127" y="209653"/>
                    <a:pt x="34938" y="170463"/>
                    <a:pt x="34938" y="122295"/>
                  </a:cubicBezTo>
                  <a:cubicBezTo>
                    <a:pt x="34938" y="74127"/>
                    <a:pt x="74127" y="34938"/>
                    <a:pt x="122295" y="34938"/>
                  </a:cubicBezTo>
                  <a:cubicBezTo>
                    <a:pt x="170463" y="34938"/>
                    <a:pt x="209653" y="74127"/>
                    <a:pt x="209653" y="122295"/>
                  </a:cubicBezTo>
                  <a:cubicBezTo>
                    <a:pt x="209653" y="170463"/>
                    <a:pt x="170463" y="209653"/>
                    <a:pt x="122295" y="2096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1" name="Google Shape;2911;p39"/>
            <p:cNvSpPr/>
            <p:nvPr/>
          </p:nvSpPr>
          <p:spPr>
            <a:xfrm>
              <a:off x="245760" y="2415611"/>
              <a:ext cx="104821" cy="104821"/>
            </a:xfrm>
            <a:custGeom>
              <a:rect b="b" l="l" r="r" t="t"/>
              <a:pathLst>
                <a:path extrusionOk="0" h="104821" w="104821">
                  <a:moveTo>
                    <a:pt x="52411" y="0"/>
                  </a:moveTo>
                  <a:cubicBezTo>
                    <a:pt x="23512" y="0"/>
                    <a:pt x="0" y="23512"/>
                    <a:pt x="0" y="52411"/>
                  </a:cubicBezTo>
                  <a:cubicBezTo>
                    <a:pt x="0" y="81310"/>
                    <a:pt x="23512" y="104822"/>
                    <a:pt x="52411" y="104822"/>
                  </a:cubicBezTo>
                  <a:cubicBezTo>
                    <a:pt x="81310" y="104822"/>
                    <a:pt x="104822" y="81310"/>
                    <a:pt x="104822" y="52411"/>
                  </a:cubicBezTo>
                  <a:cubicBezTo>
                    <a:pt x="104822" y="23512"/>
                    <a:pt x="81310" y="0"/>
                    <a:pt x="52411" y="0"/>
                  </a:cubicBezTo>
                  <a:close/>
                  <a:moveTo>
                    <a:pt x="52411" y="69884"/>
                  </a:moveTo>
                  <a:cubicBezTo>
                    <a:pt x="42781" y="69884"/>
                    <a:pt x="34938" y="62041"/>
                    <a:pt x="34938" y="52411"/>
                  </a:cubicBezTo>
                  <a:cubicBezTo>
                    <a:pt x="34938" y="42781"/>
                    <a:pt x="42781" y="34938"/>
                    <a:pt x="52411" y="34938"/>
                  </a:cubicBezTo>
                  <a:cubicBezTo>
                    <a:pt x="62041" y="34938"/>
                    <a:pt x="69884" y="42781"/>
                    <a:pt x="69884" y="52411"/>
                  </a:cubicBezTo>
                  <a:cubicBezTo>
                    <a:pt x="69884" y="62041"/>
                    <a:pt x="62041" y="69884"/>
                    <a:pt x="52411" y="698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2" name="Google Shape;2912;p39"/>
            <p:cNvSpPr/>
            <p:nvPr/>
          </p:nvSpPr>
          <p:spPr>
            <a:xfrm>
              <a:off x="491521" y="2661372"/>
              <a:ext cx="104821" cy="104830"/>
            </a:xfrm>
            <a:custGeom>
              <a:rect b="b" l="l" r="r" t="t"/>
              <a:pathLst>
                <a:path extrusionOk="0" h="104830" w="104821">
                  <a:moveTo>
                    <a:pt x="87358" y="0"/>
                  </a:moveTo>
                  <a:cubicBezTo>
                    <a:pt x="77710" y="0"/>
                    <a:pt x="69884" y="7825"/>
                    <a:pt x="69884" y="17473"/>
                  </a:cubicBezTo>
                  <a:lnTo>
                    <a:pt x="69884" y="45175"/>
                  </a:lnTo>
                  <a:lnTo>
                    <a:pt x="29828" y="5119"/>
                  </a:lnTo>
                  <a:cubicBezTo>
                    <a:pt x="23012" y="-1706"/>
                    <a:pt x="11944" y="-1706"/>
                    <a:pt x="5119" y="5119"/>
                  </a:cubicBezTo>
                  <a:cubicBezTo>
                    <a:pt x="-1706" y="11935"/>
                    <a:pt x="-1706" y="23003"/>
                    <a:pt x="5119" y="29828"/>
                  </a:cubicBezTo>
                  <a:lnTo>
                    <a:pt x="45175" y="69884"/>
                  </a:lnTo>
                  <a:lnTo>
                    <a:pt x="17473" y="69884"/>
                  </a:lnTo>
                  <a:cubicBezTo>
                    <a:pt x="7825" y="69884"/>
                    <a:pt x="0" y="77710"/>
                    <a:pt x="0" y="87358"/>
                  </a:cubicBezTo>
                  <a:cubicBezTo>
                    <a:pt x="0" y="97005"/>
                    <a:pt x="7825" y="104831"/>
                    <a:pt x="17473" y="104831"/>
                  </a:cubicBezTo>
                  <a:lnTo>
                    <a:pt x="87358" y="104831"/>
                  </a:lnTo>
                  <a:cubicBezTo>
                    <a:pt x="96318" y="104831"/>
                    <a:pt x="103875" y="97970"/>
                    <a:pt x="104742" y="89082"/>
                  </a:cubicBezTo>
                  <a:cubicBezTo>
                    <a:pt x="104795" y="88528"/>
                    <a:pt x="104822" y="87965"/>
                    <a:pt x="104822" y="87411"/>
                  </a:cubicBezTo>
                  <a:cubicBezTo>
                    <a:pt x="104822" y="87393"/>
                    <a:pt x="104822" y="87375"/>
                    <a:pt x="104822" y="87358"/>
                  </a:cubicBezTo>
                  <a:lnTo>
                    <a:pt x="104822" y="17473"/>
                  </a:lnTo>
                  <a:cubicBezTo>
                    <a:pt x="104822" y="7825"/>
                    <a:pt x="96996" y="0"/>
                    <a:pt x="873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39"/>
            <p:cNvSpPr/>
            <p:nvPr/>
          </p:nvSpPr>
          <p:spPr>
            <a:xfrm>
              <a:off x="491521" y="2169841"/>
              <a:ext cx="104830" cy="104830"/>
            </a:xfrm>
            <a:custGeom>
              <a:rect b="b" l="l" r="r" t="t"/>
              <a:pathLst>
                <a:path extrusionOk="0" h="104830" w="104830">
                  <a:moveTo>
                    <a:pt x="17473" y="34947"/>
                  </a:moveTo>
                  <a:lnTo>
                    <a:pt x="45175" y="34947"/>
                  </a:lnTo>
                  <a:lnTo>
                    <a:pt x="5119" y="75003"/>
                  </a:lnTo>
                  <a:cubicBezTo>
                    <a:pt x="-1706" y="81828"/>
                    <a:pt x="-1706" y="92887"/>
                    <a:pt x="5119" y="99712"/>
                  </a:cubicBezTo>
                  <a:cubicBezTo>
                    <a:pt x="8522" y="103125"/>
                    <a:pt x="12998" y="104831"/>
                    <a:pt x="17473" y="104831"/>
                  </a:cubicBezTo>
                  <a:cubicBezTo>
                    <a:pt x="21949" y="104831"/>
                    <a:pt x="26415" y="103125"/>
                    <a:pt x="29828" y="99712"/>
                  </a:cubicBezTo>
                  <a:lnTo>
                    <a:pt x="69884" y="59656"/>
                  </a:lnTo>
                  <a:lnTo>
                    <a:pt x="69884" y="87358"/>
                  </a:lnTo>
                  <a:cubicBezTo>
                    <a:pt x="69884" y="97005"/>
                    <a:pt x="77710" y="104831"/>
                    <a:pt x="87358" y="104831"/>
                  </a:cubicBezTo>
                  <a:cubicBezTo>
                    <a:pt x="97005" y="104831"/>
                    <a:pt x="104831" y="97005"/>
                    <a:pt x="104831" y="87358"/>
                  </a:cubicBezTo>
                  <a:lnTo>
                    <a:pt x="104831" y="17473"/>
                  </a:lnTo>
                  <a:cubicBezTo>
                    <a:pt x="104831" y="17473"/>
                    <a:pt x="104831" y="17438"/>
                    <a:pt x="104831" y="17420"/>
                  </a:cubicBezTo>
                  <a:cubicBezTo>
                    <a:pt x="104804" y="8558"/>
                    <a:pt x="98051" y="965"/>
                    <a:pt x="89091" y="89"/>
                  </a:cubicBezTo>
                  <a:cubicBezTo>
                    <a:pt x="88510" y="36"/>
                    <a:pt x="87938" y="0"/>
                    <a:pt x="87358" y="0"/>
                  </a:cubicBezTo>
                  <a:lnTo>
                    <a:pt x="17473" y="0"/>
                  </a:lnTo>
                  <a:cubicBezTo>
                    <a:pt x="7825" y="0"/>
                    <a:pt x="0" y="7825"/>
                    <a:pt x="0" y="17473"/>
                  </a:cubicBezTo>
                  <a:cubicBezTo>
                    <a:pt x="0" y="27121"/>
                    <a:pt x="7825" y="34947"/>
                    <a:pt x="17473" y="349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39"/>
            <p:cNvSpPr/>
            <p:nvPr/>
          </p:nvSpPr>
          <p:spPr>
            <a:xfrm>
              <a:off x="0" y="2661372"/>
              <a:ext cx="104830" cy="104821"/>
            </a:xfrm>
            <a:custGeom>
              <a:rect b="b" l="l" r="r" t="t"/>
              <a:pathLst>
                <a:path extrusionOk="0" h="104821" w="104830">
                  <a:moveTo>
                    <a:pt x="87358" y="69884"/>
                  </a:moveTo>
                  <a:lnTo>
                    <a:pt x="59656" y="69884"/>
                  </a:lnTo>
                  <a:lnTo>
                    <a:pt x="99712" y="29828"/>
                  </a:lnTo>
                  <a:cubicBezTo>
                    <a:pt x="106537" y="23003"/>
                    <a:pt x="106537" y="11944"/>
                    <a:pt x="99712" y="5119"/>
                  </a:cubicBezTo>
                  <a:cubicBezTo>
                    <a:pt x="92896" y="-1706"/>
                    <a:pt x="81828" y="-1706"/>
                    <a:pt x="75003" y="5119"/>
                  </a:cubicBezTo>
                  <a:lnTo>
                    <a:pt x="34947" y="45175"/>
                  </a:lnTo>
                  <a:lnTo>
                    <a:pt x="34947" y="17473"/>
                  </a:lnTo>
                  <a:cubicBezTo>
                    <a:pt x="34947" y="7825"/>
                    <a:pt x="27121" y="0"/>
                    <a:pt x="17473" y="0"/>
                  </a:cubicBezTo>
                  <a:cubicBezTo>
                    <a:pt x="7825" y="0"/>
                    <a:pt x="0" y="7817"/>
                    <a:pt x="0" y="17464"/>
                  </a:cubicBezTo>
                  <a:lnTo>
                    <a:pt x="0" y="87349"/>
                  </a:lnTo>
                  <a:cubicBezTo>
                    <a:pt x="0" y="87349"/>
                    <a:pt x="0" y="87384"/>
                    <a:pt x="0" y="87402"/>
                  </a:cubicBezTo>
                  <a:cubicBezTo>
                    <a:pt x="27" y="97122"/>
                    <a:pt x="7986" y="104822"/>
                    <a:pt x="17464" y="104822"/>
                  </a:cubicBezTo>
                  <a:lnTo>
                    <a:pt x="87349" y="104822"/>
                  </a:lnTo>
                  <a:cubicBezTo>
                    <a:pt x="96996" y="104822"/>
                    <a:pt x="104822" y="96997"/>
                    <a:pt x="104822" y="87349"/>
                  </a:cubicBezTo>
                  <a:cubicBezTo>
                    <a:pt x="104822" y="77701"/>
                    <a:pt x="96996" y="69875"/>
                    <a:pt x="87349" y="69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39"/>
            <p:cNvSpPr/>
            <p:nvPr/>
          </p:nvSpPr>
          <p:spPr>
            <a:xfrm>
              <a:off x="0" y="2169841"/>
              <a:ext cx="104830" cy="104830"/>
            </a:xfrm>
            <a:custGeom>
              <a:rect b="b" l="l" r="r" t="t"/>
              <a:pathLst>
                <a:path extrusionOk="0" h="104830" w="104830">
                  <a:moveTo>
                    <a:pt x="17473" y="104831"/>
                  </a:moveTo>
                  <a:cubicBezTo>
                    <a:pt x="27121" y="104831"/>
                    <a:pt x="34947" y="97005"/>
                    <a:pt x="34947" y="87358"/>
                  </a:cubicBezTo>
                  <a:lnTo>
                    <a:pt x="34947" y="59656"/>
                  </a:lnTo>
                  <a:lnTo>
                    <a:pt x="75003" y="99712"/>
                  </a:lnTo>
                  <a:cubicBezTo>
                    <a:pt x="81819" y="106537"/>
                    <a:pt x="92887" y="106537"/>
                    <a:pt x="99712" y="99712"/>
                  </a:cubicBezTo>
                  <a:cubicBezTo>
                    <a:pt x="106537" y="92896"/>
                    <a:pt x="106537" y="81828"/>
                    <a:pt x="99712" y="75003"/>
                  </a:cubicBezTo>
                  <a:lnTo>
                    <a:pt x="59656" y="34947"/>
                  </a:lnTo>
                  <a:lnTo>
                    <a:pt x="87358" y="34947"/>
                  </a:lnTo>
                  <a:cubicBezTo>
                    <a:pt x="97005" y="34947"/>
                    <a:pt x="104831" y="27121"/>
                    <a:pt x="104831" y="17473"/>
                  </a:cubicBezTo>
                  <a:cubicBezTo>
                    <a:pt x="104831" y="7825"/>
                    <a:pt x="97005" y="0"/>
                    <a:pt x="87358" y="0"/>
                  </a:cubicBezTo>
                  <a:lnTo>
                    <a:pt x="17473" y="0"/>
                  </a:lnTo>
                  <a:cubicBezTo>
                    <a:pt x="7834" y="0"/>
                    <a:pt x="27" y="7852"/>
                    <a:pt x="0" y="17420"/>
                  </a:cubicBezTo>
                  <a:cubicBezTo>
                    <a:pt x="0" y="17438"/>
                    <a:pt x="0" y="17455"/>
                    <a:pt x="0" y="17473"/>
                  </a:cubicBezTo>
                  <a:lnTo>
                    <a:pt x="0" y="87358"/>
                  </a:lnTo>
                  <a:cubicBezTo>
                    <a:pt x="0" y="97005"/>
                    <a:pt x="7825" y="104831"/>
                    <a:pt x="17473" y="1048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6" name="Google Shape;2916;p39"/>
          <p:cNvSpPr txBox="1"/>
          <p:nvPr>
            <p:ph type="title"/>
          </p:nvPr>
        </p:nvSpPr>
        <p:spPr>
          <a:xfrm>
            <a:off x="176850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Mathematics loves to generalize</a:t>
            </a:r>
            <a:endParaRPr/>
          </a:p>
        </p:txBody>
      </p:sp>
      <p:pic>
        <p:nvPicPr>
          <p:cNvPr id="2917" name="Google Shape;2917;p39"/>
          <p:cNvPicPr preferRelativeResize="0"/>
          <p:nvPr/>
        </p:nvPicPr>
        <p:blipFill rotWithShape="1">
          <a:blip r:embed="rId3">
            <a:alphaModFix/>
          </a:blip>
          <a:srcRect b="11855" l="0" r="0" t="0"/>
          <a:stretch/>
        </p:blipFill>
        <p:spPr>
          <a:xfrm rot="5400000">
            <a:off x="-800548" y="2916683"/>
            <a:ext cx="3027558" cy="14210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8" name="Google Shape;2918;p39"/>
          <p:cNvGrpSpPr/>
          <p:nvPr/>
        </p:nvGrpSpPr>
        <p:grpSpPr>
          <a:xfrm flipH="1">
            <a:off x="6052118" y="-418477"/>
            <a:ext cx="3810000" cy="2254900"/>
            <a:chOff x="2287428" y="526446"/>
            <a:chExt cx="7620000" cy="4509801"/>
          </a:xfrm>
        </p:grpSpPr>
        <p:sp>
          <p:nvSpPr>
            <p:cNvPr id="2919" name="Google Shape;2919;p39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0" name="Google Shape;2920;p39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1" name="Google Shape;2921;p39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39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3" name="Google Shape;2923;p39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4" name="Google Shape;2924;p39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5" name="Google Shape;2925;p39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6" name="Google Shape;2926;p39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7" name="Google Shape;2927;p39"/>
          <p:cNvGrpSpPr/>
          <p:nvPr/>
        </p:nvGrpSpPr>
        <p:grpSpPr>
          <a:xfrm rot="5400000">
            <a:off x="-964408" y="3127088"/>
            <a:ext cx="3027426" cy="1205937"/>
            <a:chOff x="2287428" y="3290125"/>
            <a:chExt cx="7620000" cy="3035331"/>
          </a:xfrm>
        </p:grpSpPr>
        <p:sp>
          <p:nvSpPr>
            <p:cNvPr id="2928" name="Google Shape;2928;p39"/>
            <p:cNvSpPr/>
            <p:nvPr/>
          </p:nvSpPr>
          <p:spPr>
            <a:xfrm>
              <a:off x="2287428" y="3290125"/>
              <a:ext cx="7620000" cy="3035331"/>
            </a:xfrm>
            <a:custGeom>
              <a:rect b="b" l="l" r="r" t="t"/>
              <a:pathLst>
                <a:path extrusionOk="0" h="3035331" w="7620000">
                  <a:moveTo>
                    <a:pt x="0" y="2991231"/>
                  </a:moveTo>
                  <a:lnTo>
                    <a:pt x="990314" y="3035332"/>
                  </a:lnTo>
                  <a:lnTo>
                    <a:pt x="1611058" y="2049875"/>
                  </a:lnTo>
                  <a:lnTo>
                    <a:pt x="2812733" y="2710529"/>
                  </a:lnTo>
                  <a:lnTo>
                    <a:pt x="3608832" y="1627441"/>
                  </a:lnTo>
                  <a:lnTo>
                    <a:pt x="4511802" y="1627441"/>
                  </a:lnTo>
                  <a:lnTo>
                    <a:pt x="5576411" y="425958"/>
                  </a:lnTo>
                  <a:lnTo>
                    <a:pt x="6919342" y="748760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9" name="Google Shape;2929;p39"/>
            <p:cNvSpPr/>
            <p:nvPr/>
          </p:nvSpPr>
          <p:spPr>
            <a:xfrm>
              <a:off x="3811238" y="526980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0" name="Google Shape;2930;p39"/>
            <p:cNvSpPr/>
            <p:nvPr/>
          </p:nvSpPr>
          <p:spPr>
            <a:xfrm>
              <a:off x="5801963" y="48221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1" name="Google Shape;2931;p39"/>
            <p:cNvSpPr/>
            <p:nvPr/>
          </p:nvSpPr>
          <p:spPr>
            <a:xfrm>
              <a:off x="7783163" y="36410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40"/>
          <p:cNvSpPr txBox="1"/>
          <p:nvPr>
            <p:ph type="title"/>
          </p:nvPr>
        </p:nvSpPr>
        <p:spPr>
          <a:xfrm>
            <a:off x="2413859" y="1850938"/>
            <a:ext cx="569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Games</a:t>
            </a:r>
            <a:endParaRPr/>
          </a:p>
        </p:txBody>
      </p:sp>
      <p:sp>
        <p:nvSpPr>
          <p:cNvPr id="2937" name="Google Shape;2937;p40"/>
          <p:cNvSpPr txBox="1"/>
          <p:nvPr>
            <p:ph idx="2" type="title"/>
          </p:nvPr>
        </p:nvSpPr>
        <p:spPr>
          <a:xfrm>
            <a:off x="857252" y="2068800"/>
            <a:ext cx="1184400" cy="10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38" name="Google Shape;2938;p40"/>
          <p:cNvSpPr txBox="1"/>
          <p:nvPr>
            <p:ph idx="1" type="subTitle"/>
          </p:nvPr>
        </p:nvSpPr>
        <p:spPr>
          <a:xfrm>
            <a:off x="2413850" y="2917575"/>
            <a:ext cx="5762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non-cooperative, zero-sum, complete information game:</a:t>
            </a:r>
            <a:endParaRPr b="1" u="sng"/>
          </a:p>
        </p:txBody>
      </p:sp>
      <p:sp>
        <p:nvSpPr>
          <p:cNvPr id="2939" name="Google Shape;2939;p40"/>
          <p:cNvSpPr/>
          <p:nvPr/>
        </p:nvSpPr>
        <p:spPr>
          <a:xfrm>
            <a:off x="528601" y="3695925"/>
            <a:ext cx="3282600" cy="605400"/>
          </a:xfrm>
          <a:prstGeom prst="rightArrow">
            <a:avLst>
              <a:gd fmla="val 50000" name="adj1"/>
              <a:gd fmla="val 80869" name="adj2"/>
            </a:avLst>
          </a:prstGeom>
          <a:solidFill>
            <a:srgbClr val="2EBBF2">
              <a:alpha val="265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40" name="Google Shape;2940;p40"/>
          <p:cNvSpPr txBox="1"/>
          <p:nvPr>
            <p:ph idx="1" type="subTitle"/>
          </p:nvPr>
        </p:nvSpPr>
        <p:spPr>
          <a:xfrm>
            <a:off x="7996750" y="2917575"/>
            <a:ext cx="6780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Tag</a:t>
            </a:r>
            <a:endParaRPr b="1"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4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Google Shape;2945;p4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Characterizations of Games</a:t>
            </a:r>
            <a:endParaRPr/>
          </a:p>
        </p:txBody>
      </p:sp>
      <p:sp>
        <p:nvSpPr>
          <p:cNvPr id="2946" name="Google Shape;2946;p41"/>
          <p:cNvSpPr/>
          <p:nvPr/>
        </p:nvSpPr>
        <p:spPr>
          <a:xfrm>
            <a:off x="5066725" y="15543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Non-Cooperative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47" name="Google Shape;2947;p41"/>
          <p:cNvSpPr/>
          <p:nvPr/>
        </p:nvSpPr>
        <p:spPr>
          <a:xfrm>
            <a:off x="1155525" y="15543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Cooperative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48" name="Google Shape;2948;p41"/>
          <p:cNvCxnSpPr>
            <a:stCxn id="2947" idx="3"/>
            <a:endCxn id="2946" idx="1"/>
          </p:cNvCxnSpPr>
          <p:nvPr/>
        </p:nvCxnSpPr>
        <p:spPr>
          <a:xfrm>
            <a:off x="3800025" y="17745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49" name="Google Shape;2949;p41"/>
          <p:cNvSpPr/>
          <p:nvPr/>
        </p:nvSpPr>
        <p:spPr>
          <a:xfrm>
            <a:off x="5066675" y="22875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Sequential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50" name="Google Shape;2950;p41"/>
          <p:cNvSpPr/>
          <p:nvPr/>
        </p:nvSpPr>
        <p:spPr>
          <a:xfrm>
            <a:off x="1155475" y="22875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Simultaneous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51" name="Google Shape;2951;p41"/>
          <p:cNvCxnSpPr>
            <a:stCxn id="2950" idx="3"/>
            <a:endCxn id="2949" idx="1"/>
          </p:cNvCxnSpPr>
          <p:nvPr/>
        </p:nvCxnSpPr>
        <p:spPr>
          <a:xfrm>
            <a:off x="3799975" y="25077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52" name="Google Shape;2952;p41"/>
          <p:cNvSpPr/>
          <p:nvPr/>
        </p:nvSpPr>
        <p:spPr>
          <a:xfrm>
            <a:off x="5066675" y="30207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Non-Zero-Sum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53" name="Google Shape;2953;p41"/>
          <p:cNvSpPr/>
          <p:nvPr/>
        </p:nvSpPr>
        <p:spPr>
          <a:xfrm>
            <a:off x="1155475" y="30207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Zero-Sum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54" name="Google Shape;2954;p41"/>
          <p:cNvCxnSpPr>
            <a:stCxn id="2953" idx="3"/>
            <a:endCxn id="2952" idx="1"/>
          </p:cNvCxnSpPr>
          <p:nvPr/>
        </p:nvCxnSpPr>
        <p:spPr>
          <a:xfrm>
            <a:off x="3799975" y="32409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55" name="Google Shape;2955;p41"/>
          <p:cNvSpPr/>
          <p:nvPr/>
        </p:nvSpPr>
        <p:spPr>
          <a:xfrm>
            <a:off x="5066625" y="37539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Imp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erfect Information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56" name="Google Shape;2956;p41"/>
          <p:cNvSpPr/>
          <p:nvPr/>
        </p:nvSpPr>
        <p:spPr>
          <a:xfrm>
            <a:off x="1155425" y="37539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Perfect Information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57" name="Google Shape;2957;p41"/>
          <p:cNvCxnSpPr>
            <a:stCxn id="2956" idx="3"/>
            <a:endCxn id="2955" idx="1"/>
          </p:cNvCxnSpPr>
          <p:nvPr/>
        </p:nvCxnSpPr>
        <p:spPr>
          <a:xfrm>
            <a:off x="3799925" y="39741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p4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Characterizations of Games</a:t>
            </a:r>
            <a:endParaRPr/>
          </a:p>
        </p:txBody>
      </p:sp>
      <p:sp>
        <p:nvSpPr>
          <p:cNvPr id="2963" name="Google Shape;2963;p42"/>
          <p:cNvSpPr/>
          <p:nvPr/>
        </p:nvSpPr>
        <p:spPr>
          <a:xfrm>
            <a:off x="5066725" y="15543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Non-Cooperative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64" name="Google Shape;2964;p42"/>
          <p:cNvSpPr/>
          <p:nvPr/>
        </p:nvSpPr>
        <p:spPr>
          <a:xfrm>
            <a:off x="1155525" y="15543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Cooperative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65" name="Google Shape;2965;p42"/>
          <p:cNvCxnSpPr>
            <a:stCxn id="2964" idx="3"/>
            <a:endCxn id="2963" idx="1"/>
          </p:cNvCxnSpPr>
          <p:nvPr/>
        </p:nvCxnSpPr>
        <p:spPr>
          <a:xfrm>
            <a:off x="3800025" y="17745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66" name="Google Shape;2966;p42"/>
          <p:cNvSpPr/>
          <p:nvPr/>
        </p:nvSpPr>
        <p:spPr>
          <a:xfrm>
            <a:off x="5066675" y="22875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Sequential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67" name="Google Shape;2967;p42"/>
          <p:cNvSpPr/>
          <p:nvPr/>
        </p:nvSpPr>
        <p:spPr>
          <a:xfrm>
            <a:off x="1155475" y="22875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Simultaneous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68" name="Google Shape;2968;p42"/>
          <p:cNvCxnSpPr>
            <a:stCxn id="2967" idx="3"/>
            <a:endCxn id="2966" idx="1"/>
          </p:cNvCxnSpPr>
          <p:nvPr/>
        </p:nvCxnSpPr>
        <p:spPr>
          <a:xfrm>
            <a:off x="3799975" y="25077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69" name="Google Shape;2969;p42"/>
          <p:cNvSpPr/>
          <p:nvPr/>
        </p:nvSpPr>
        <p:spPr>
          <a:xfrm>
            <a:off x="5066675" y="30207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Non-Zero-Sum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70" name="Google Shape;2970;p42"/>
          <p:cNvSpPr/>
          <p:nvPr/>
        </p:nvSpPr>
        <p:spPr>
          <a:xfrm>
            <a:off x="1155475" y="30207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Zero-Sum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71" name="Google Shape;2971;p42"/>
          <p:cNvCxnSpPr>
            <a:stCxn id="2970" idx="3"/>
            <a:endCxn id="2969" idx="1"/>
          </p:cNvCxnSpPr>
          <p:nvPr/>
        </p:nvCxnSpPr>
        <p:spPr>
          <a:xfrm>
            <a:off x="3799975" y="32409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72" name="Google Shape;2972;p42"/>
          <p:cNvSpPr/>
          <p:nvPr/>
        </p:nvSpPr>
        <p:spPr>
          <a:xfrm>
            <a:off x="5066625" y="37539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Imperfect Information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73" name="Google Shape;2973;p42"/>
          <p:cNvSpPr/>
          <p:nvPr/>
        </p:nvSpPr>
        <p:spPr>
          <a:xfrm>
            <a:off x="1155425" y="37539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Perfect Information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74" name="Google Shape;2974;p42"/>
          <p:cNvCxnSpPr>
            <a:stCxn id="2973" idx="3"/>
            <a:endCxn id="2972" idx="1"/>
          </p:cNvCxnSpPr>
          <p:nvPr/>
        </p:nvCxnSpPr>
        <p:spPr>
          <a:xfrm>
            <a:off x="3799925" y="39741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8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p4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Characterizations of Games</a:t>
            </a:r>
            <a:endParaRPr/>
          </a:p>
        </p:txBody>
      </p:sp>
      <p:sp>
        <p:nvSpPr>
          <p:cNvPr id="2980" name="Google Shape;2980;p43"/>
          <p:cNvSpPr/>
          <p:nvPr/>
        </p:nvSpPr>
        <p:spPr>
          <a:xfrm>
            <a:off x="5066725" y="15543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Non-Cooperative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81" name="Google Shape;2981;p43"/>
          <p:cNvSpPr/>
          <p:nvPr/>
        </p:nvSpPr>
        <p:spPr>
          <a:xfrm>
            <a:off x="1155525" y="15543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Cooperative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82" name="Google Shape;2982;p43"/>
          <p:cNvCxnSpPr>
            <a:stCxn id="2981" idx="3"/>
            <a:endCxn id="2980" idx="1"/>
          </p:cNvCxnSpPr>
          <p:nvPr/>
        </p:nvCxnSpPr>
        <p:spPr>
          <a:xfrm>
            <a:off x="3800025" y="17745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83" name="Google Shape;2983;p43"/>
          <p:cNvSpPr/>
          <p:nvPr/>
        </p:nvSpPr>
        <p:spPr>
          <a:xfrm>
            <a:off x="5066675" y="22875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Sequential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84" name="Google Shape;2984;p43"/>
          <p:cNvSpPr/>
          <p:nvPr/>
        </p:nvSpPr>
        <p:spPr>
          <a:xfrm>
            <a:off x="1155475" y="22875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Simultaneous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85" name="Google Shape;2985;p43"/>
          <p:cNvCxnSpPr>
            <a:stCxn id="2984" idx="3"/>
            <a:endCxn id="2983" idx="1"/>
          </p:cNvCxnSpPr>
          <p:nvPr/>
        </p:nvCxnSpPr>
        <p:spPr>
          <a:xfrm>
            <a:off x="3799975" y="25077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86" name="Google Shape;2986;p43"/>
          <p:cNvSpPr/>
          <p:nvPr/>
        </p:nvSpPr>
        <p:spPr>
          <a:xfrm>
            <a:off x="5066675" y="30207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Non-Zero-Sum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87" name="Google Shape;2987;p43"/>
          <p:cNvSpPr/>
          <p:nvPr/>
        </p:nvSpPr>
        <p:spPr>
          <a:xfrm>
            <a:off x="1155475" y="30207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Zero-Sum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88" name="Google Shape;2988;p43"/>
          <p:cNvCxnSpPr>
            <a:stCxn id="2987" idx="3"/>
            <a:endCxn id="2986" idx="1"/>
          </p:cNvCxnSpPr>
          <p:nvPr/>
        </p:nvCxnSpPr>
        <p:spPr>
          <a:xfrm>
            <a:off x="3799975" y="32409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89" name="Google Shape;2989;p43"/>
          <p:cNvSpPr/>
          <p:nvPr/>
        </p:nvSpPr>
        <p:spPr>
          <a:xfrm>
            <a:off x="5066625" y="37539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Imperfect Information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90" name="Google Shape;2990;p43"/>
          <p:cNvSpPr/>
          <p:nvPr/>
        </p:nvSpPr>
        <p:spPr>
          <a:xfrm>
            <a:off x="1155425" y="37539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Perfect Information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91" name="Google Shape;2991;p43"/>
          <p:cNvCxnSpPr>
            <a:stCxn id="2990" idx="3"/>
            <a:endCxn id="2989" idx="1"/>
          </p:cNvCxnSpPr>
          <p:nvPr/>
        </p:nvCxnSpPr>
        <p:spPr>
          <a:xfrm>
            <a:off x="3799925" y="39741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5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4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Characterizations of Games</a:t>
            </a:r>
            <a:endParaRPr/>
          </a:p>
        </p:txBody>
      </p:sp>
      <p:sp>
        <p:nvSpPr>
          <p:cNvPr id="2997" name="Google Shape;2997;p44"/>
          <p:cNvSpPr/>
          <p:nvPr/>
        </p:nvSpPr>
        <p:spPr>
          <a:xfrm>
            <a:off x="5066725" y="15543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Non-Cooperative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98" name="Google Shape;2998;p44"/>
          <p:cNvSpPr/>
          <p:nvPr/>
        </p:nvSpPr>
        <p:spPr>
          <a:xfrm>
            <a:off x="1155525" y="15543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Cooperative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999" name="Google Shape;2999;p44"/>
          <p:cNvCxnSpPr>
            <a:stCxn id="2998" idx="3"/>
            <a:endCxn id="2997" idx="1"/>
          </p:cNvCxnSpPr>
          <p:nvPr/>
        </p:nvCxnSpPr>
        <p:spPr>
          <a:xfrm>
            <a:off x="3800025" y="17745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00" name="Google Shape;3000;p44"/>
          <p:cNvSpPr/>
          <p:nvPr/>
        </p:nvSpPr>
        <p:spPr>
          <a:xfrm>
            <a:off x="5066675" y="22875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Sequential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01" name="Google Shape;3001;p44"/>
          <p:cNvSpPr/>
          <p:nvPr/>
        </p:nvSpPr>
        <p:spPr>
          <a:xfrm>
            <a:off x="1155475" y="22875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Simultaneous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3002" name="Google Shape;3002;p44"/>
          <p:cNvCxnSpPr>
            <a:stCxn id="3001" idx="3"/>
            <a:endCxn id="3000" idx="1"/>
          </p:cNvCxnSpPr>
          <p:nvPr/>
        </p:nvCxnSpPr>
        <p:spPr>
          <a:xfrm>
            <a:off x="3799975" y="25077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03" name="Google Shape;3003;p44"/>
          <p:cNvSpPr/>
          <p:nvPr/>
        </p:nvSpPr>
        <p:spPr>
          <a:xfrm>
            <a:off x="5066675" y="30207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Non-Zero-Sum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04" name="Google Shape;3004;p44"/>
          <p:cNvSpPr/>
          <p:nvPr/>
        </p:nvSpPr>
        <p:spPr>
          <a:xfrm>
            <a:off x="1155475" y="30207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Zero-Sum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3005" name="Google Shape;3005;p44"/>
          <p:cNvCxnSpPr>
            <a:stCxn id="3004" idx="3"/>
            <a:endCxn id="3003" idx="1"/>
          </p:cNvCxnSpPr>
          <p:nvPr/>
        </p:nvCxnSpPr>
        <p:spPr>
          <a:xfrm>
            <a:off x="3799975" y="32409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06" name="Google Shape;3006;p44"/>
          <p:cNvSpPr/>
          <p:nvPr/>
        </p:nvSpPr>
        <p:spPr>
          <a:xfrm>
            <a:off x="5066625" y="37539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Imperfect Information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07" name="Google Shape;3007;p44"/>
          <p:cNvSpPr/>
          <p:nvPr/>
        </p:nvSpPr>
        <p:spPr>
          <a:xfrm>
            <a:off x="1155425" y="3753975"/>
            <a:ext cx="2644500" cy="44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Perfect Information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3008" name="Google Shape;3008;p44"/>
          <p:cNvCxnSpPr>
            <a:stCxn id="3007" idx="3"/>
            <a:endCxn id="3006" idx="1"/>
          </p:cNvCxnSpPr>
          <p:nvPr/>
        </p:nvCxnSpPr>
        <p:spPr>
          <a:xfrm>
            <a:off x="3799925" y="3974175"/>
            <a:ext cx="126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p4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Characterizations of Games</a:t>
            </a:r>
            <a:endParaRPr/>
          </a:p>
        </p:txBody>
      </p:sp>
      <p:sp>
        <p:nvSpPr>
          <p:cNvPr id="3014" name="Google Shape;3014;p45"/>
          <p:cNvSpPr/>
          <p:nvPr/>
        </p:nvSpPr>
        <p:spPr>
          <a:xfrm>
            <a:off x="5066725" y="15543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Non-Cooperative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15" name="Google Shape;3015;p45"/>
          <p:cNvSpPr/>
          <p:nvPr/>
        </p:nvSpPr>
        <p:spPr>
          <a:xfrm>
            <a:off x="1155525" y="15543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Cooperative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3016" name="Google Shape;3016;p45"/>
          <p:cNvCxnSpPr>
            <a:stCxn id="3015" idx="3"/>
            <a:endCxn id="3014" idx="1"/>
          </p:cNvCxnSpPr>
          <p:nvPr/>
        </p:nvCxnSpPr>
        <p:spPr>
          <a:xfrm>
            <a:off x="3800025" y="17745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17" name="Google Shape;3017;p45"/>
          <p:cNvSpPr/>
          <p:nvPr/>
        </p:nvSpPr>
        <p:spPr>
          <a:xfrm>
            <a:off x="5066675" y="22875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Sequential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18" name="Google Shape;3018;p45"/>
          <p:cNvSpPr/>
          <p:nvPr/>
        </p:nvSpPr>
        <p:spPr>
          <a:xfrm>
            <a:off x="1155475" y="22875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Simultaneous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3019" name="Google Shape;3019;p45"/>
          <p:cNvCxnSpPr>
            <a:stCxn id="3018" idx="3"/>
            <a:endCxn id="3017" idx="1"/>
          </p:cNvCxnSpPr>
          <p:nvPr/>
        </p:nvCxnSpPr>
        <p:spPr>
          <a:xfrm>
            <a:off x="3799975" y="25077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20" name="Google Shape;3020;p45"/>
          <p:cNvSpPr/>
          <p:nvPr/>
        </p:nvSpPr>
        <p:spPr>
          <a:xfrm>
            <a:off x="5066675" y="30207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Non-Zero-Sum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21" name="Google Shape;3021;p45"/>
          <p:cNvSpPr/>
          <p:nvPr/>
        </p:nvSpPr>
        <p:spPr>
          <a:xfrm>
            <a:off x="1155475" y="30207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Zero-Sum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3022" name="Google Shape;3022;p45"/>
          <p:cNvCxnSpPr>
            <a:stCxn id="3021" idx="3"/>
            <a:endCxn id="3020" idx="1"/>
          </p:cNvCxnSpPr>
          <p:nvPr/>
        </p:nvCxnSpPr>
        <p:spPr>
          <a:xfrm>
            <a:off x="3799975" y="32409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23" name="Google Shape;3023;p45"/>
          <p:cNvSpPr/>
          <p:nvPr/>
        </p:nvSpPr>
        <p:spPr>
          <a:xfrm>
            <a:off x="5066625" y="37539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Imperfect Information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24" name="Google Shape;3024;p45"/>
          <p:cNvSpPr/>
          <p:nvPr/>
        </p:nvSpPr>
        <p:spPr>
          <a:xfrm>
            <a:off x="1155425" y="3753975"/>
            <a:ext cx="2644500" cy="440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Perfect Information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3025" name="Google Shape;3025;p45"/>
          <p:cNvCxnSpPr>
            <a:stCxn id="3024" idx="3"/>
            <a:endCxn id="3023" idx="1"/>
          </p:cNvCxnSpPr>
          <p:nvPr/>
        </p:nvCxnSpPr>
        <p:spPr>
          <a:xfrm>
            <a:off x="3799925" y="3974175"/>
            <a:ext cx="126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9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0" name="Google Shape;3030;p46"/>
          <p:cNvSpPr txBox="1"/>
          <p:nvPr>
            <p:ph type="title"/>
          </p:nvPr>
        </p:nvSpPr>
        <p:spPr>
          <a:xfrm>
            <a:off x="71655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Form</a:t>
            </a:r>
            <a:endParaRPr/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space linebreak=\&quot;newline\&quot;/&gt;&lt;mi&gt;I&lt;/mi&gt;&lt;mo&gt;:&lt;/mo&gt;&lt;mo&gt;=&lt;/mo&gt;&lt;mtext&gt;set of players&lt;/mtext&gt;&lt;mo&gt;&amp;#xA0;&lt;/mo&gt;&lt;mo&gt;=&lt;/mo&gt;&lt;mo&gt;&amp;#xA0;&lt;/mo&gt;&lt;mfenced open=\&quot;{\&quot; close=\&quot;}\&quot;&gt;&lt;mrow&gt;&lt;mn&gt;1&lt;/mn&gt;&lt;mo&gt;,&lt;/mo&gt;&lt;mo&gt;&amp;#xA0;&lt;/mo&gt;&lt;mn&gt;2&lt;/mn&gt;&lt;mo&gt;,&lt;/mo&gt;&lt;mo&gt;.&lt;/mo&gt;&lt;mo&gt;.&lt;/mo&gt;&lt;mo&gt;.&lt;/mo&gt;&lt;mo&gt;,&lt;/mo&gt;&lt;mi&gt;n&lt;/mi&gt;&lt;/mrow&gt;&lt;/mfenced&gt;&lt;mspace linebreak=\&quot;newline\&quot;/&gt;&lt;msub&gt;&lt;mi&gt;S&lt;/mi&gt;&lt;mi&gt;i&lt;/mi&gt;&lt;/msub&gt;&lt;mo&gt;:&lt;/mo&gt;&lt;mo&gt;=&lt;/mo&gt;&lt;mtext&gt;set of players' strategies&lt;/mtext&gt;&lt;mo&gt;&amp;#xA0;&lt;/mo&gt;&lt;mo&gt;=&lt;/mo&gt;&lt;mo&gt;&amp;#xA0;&lt;/mo&gt;&lt;mfenced open=\&quot;{\&quot; close=\&quot;}\&quot;&gt;&lt;mrow&gt;&lt;mn&gt;1&lt;/mn&gt;&lt;mo&gt;,&lt;/mo&gt;&lt;mo&gt;&amp;#xA0;&lt;/mo&gt;&lt;mn&gt;2&lt;/mn&gt;&lt;mo&gt;,&lt;/mo&gt;&lt;mo&gt;.&lt;/mo&gt;&lt;mo&gt;.&lt;/mo&gt;&lt;mo&gt;.&lt;/mo&gt;&lt;mo&gt;,&lt;/mo&gt;&lt;mi&gt;k&lt;/mi&gt;&lt;/mrow&gt;&lt;/mfenced&gt;&lt;mspace linebreak=\&quot;newline\&quot;/&gt;&lt;msub&gt;&lt;mi&gt;u&lt;/mi&gt;&lt;mi&gt;i&lt;/mi&gt;&lt;/msub&gt;&lt;mo&gt;:&lt;/mo&gt;&lt;mo&gt;=&lt;/mo&gt;&lt;mtext&gt;payoff function for player&lt;/mtext&gt;&lt;mo&gt;&amp;#xA0;&lt;/mo&gt;&lt;mi&gt;i&lt;/mi&gt;&lt;mo&gt;&amp;#xA0;&lt;/mo&gt;&lt;mo&gt;:&lt;/mo&gt;&lt;mo&gt;&amp;#xA0;&lt;/mo&gt;&lt;msub&gt;&lt;mi&gt;S&lt;/mi&gt;&lt;mn&gt;1&lt;/mn&gt;&lt;/msub&gt;&lt;mo&gt;&amp;#xA0;&lt;/mo&gt;&lt;mo&gt;&amp;#xD7;&lt;/mo&gt;&lt;mo&gt;&amp;#xA0;&lt;/mo&gt;&lt;msub&gt;&lt;mi&gt;S&lt;/mi&gt;&lt;mn&gt;2&lt;/mn&gt;&lt;/msub&gt;&lt;mo&gt;&amp;#xA0;&lt;/mo&gt;&lt;mo&gt;&amp;#xD7;&lt;/mo&gt;&lt;mo&gt;.&lt;/mo&gt;&lt;mo&gt;.&lt;/mo&gt;&lt;mo&gt;.&lt;/mo&gt;&lt;mo&gt;&amp;#xD7;&lt;/mo&gt;&lt;mo&gt;&amp;#xA0;&lt;/mo&gt;&lt;msub&gt;&lt;mi&gt;S&lt;/mi&gt;&lt;mi&gt;n&lt;/mi&gt;&lt;/msub&gt;&lt;mo&gt;&amp;#x2192;&lt;/mo&gt;&lt;mi mathvariant=\&quot;normal\&quot;&gt;&amp;#x211D;&lt;/mi&gt;&lt;/mstyle&gt;&lt;/math&gt;&quot;,&quot;truncated&quot;:false}" id="3031" name="Google Shape;3031;p46" title="&#10;I colon equals text set of players end text space equals space open curly brackets 1 comma space 2 comma... comma n close curly brackets&#10;S subscript i colon equals text set of players' strategies end text space equals space open curly brackets 1 comma space 2 comma... comma k close curly brackets&#10;u subscript i colon equals text payoff function for player end text space i space colon space S subscript 1 space cross times space S subscript 2 space cross times... cross times space S subscript n rightwards arrow straight real number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789" y="1820229"/>
            <a:ext cx="6612426" cy="13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5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p47"/>
          <p:cNvSpPr txBox="1"/>
          <p:nvPr>
            <p:ph type="title"/>
          </p:nvPr>
        </p:nvSpPr>
        <p:spPr>
          <a:xfrm>
            <a:off x="71655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 Function</a:t>
            </a:r>
            <a:r>
              <a:rPr lang="en"/>
              <a:t> Form</a:t>
            </a:r>
            <a:endParaRPr/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row&gt;&lt;mspace linebreak=\&quot;newline\&quot;/&gt;&lt;mi&gt;I&lt;/mi&gt;&lt;mo&gt;&amp;#xA0;&lt;/mo&gt;&lt;mo&gt;:&lt;/mo&gt;&lt;mo&gt;=&lt;/mo&gt;&lt;mtext&gt;set of players&lt;/mtext&gt;&lt;mo&gt;&amp;#xA0;&lt;/mo&gt;&lt;mo&gt;=&lt;/mo&gt;&lt;mo&gt;&amp;#xA0;&lt;/mo&gt;&lt;mfenced open=\&quot;{\&quot; close=\&quot;}\&quot;&gt;&lt;mrow&gt;&lt;mn&gt;1&lt;/mn&gt;&lt;mo&gt;,&lt;/mo&gt;&lt;mo&gt;&amp;#xA0;&lt;/mo&gt;&lt;mn&gt;2&lt;/mn&gt;&lt;mo&gt;,&lt;/mo&gt;&lt;mo&gt;.&lt;/mo&gt;&lt;mo&gt;.&lt;/mo&gt;&lt;mo&gt;.&lt;/mo&gt;&lt;mo&gt;,&lt;/mo&gt;&lt;mi&gt;n&lt;/mi&gt;&lt;/mrow&gt;&lt;/mfenced&gt;&lt;mspace linebreak=\&quot;newline\&quot;/&gt;&lt;mi&gt;v&lt;/mi&gt;&lt;mo&gt;&amp;#xA0;&lt;/mo&gt;&lt;mo&gt;:&lt;/mo&gt;&lt;mo&gt;=&lt;/mo&gt;&lt;mtext&gt;characteristic/value&amp;#xA0;function&lt;/mtext&gt;&lt;mo&gt;&amp;#xA0;&lt;/mo&gt;&lt;mo&gt;:&lt;/mo&gt;&lt;mo&gt;&amp;#xA0;&lt;/mo&gt;&lt;msup&gt;&lt;mn&gt;2&lt;/mn&gt;&lt;mi&gt;N&lt;/mi&gt;&lt;/msup&gt;&lt;mo&gt;&amp;#x2192;&lt;/mo&gt;&lt;mi mathvariant=\&quot;normal\&quot;&gt;&amp;#x211D;&lt;/mi&gt;&lt;mspace linebreak=\&quot;newline\&quot;/&gt;&lt;mrow&gt;&lt;mi&gt;c&lt;/mi&gt;&lt;mo&gt;&amp;#xA0;&lt;/mo&gt;&lt;mo&gt;:&lt;/mo&gt;&lt;mo&gt;=&lt;/mo&gt;&lt;mtext&gt;characteristic/cost&amp;#xA0;function&lt;/mtext&gt;&lt;mo&gt;&amp;#xA0;&lt;/mo&gt;&lt;mo&gt;:&lt;/mo&gt;&lt;mo&gt;&amp;#xA0;&lt;/mo&gt;&lt;msup&gt;&lt;mn&gt;2&lt;/mn&gt;&lt;mi&gt;N&lt;/mi&gt;&lt;/msup&gt;&lt;mo&gt;&amp;#x2192;&lt;/mo&gt;&lt;mi mathvariant=\&quot;normal\&quot;&gt;&amp;#x211D;&lt;/mi&gt;&lt;/mrow&gt;&lt;/mrow&gt;&lt;mspace linebreak=\&quot;newline\&quot;/&gt;&lt;mtext&gt;Both&amp;#xA0;must&amp;#xA0;satisfy&amp;#xA0;&lt;/mtext&gt;&lt;mi&gt;v&lt;/mi&gt;&lt;mfenced&gt;&lt;mo&gt;&amp;#x2205;&lt;/mo&gt;&lt;/mfenced&gt;&lt;mo&gt;&amp;#xA0;&lt;/mo&gt;&lt;mo&gt;=&lt;/mo&gt;&lt;mo&gt;&amp;#xA0;&lt;/mo&gt;&lt;mn&gt;0&lt;/mn&gt;&lt;mo&gt;&amp;#xA0;&lt;/mo&gt;&lt;mtext&gt;and&lt;/mtext&gt;&lt;mo&gt;&amp;#xA0;&lt;/mo&gt;&lt;mi&gt;c&lt;/mi&gt;&lt;mfenced&gt;&lt;mo&gt;&amp;#x2205;&lt;/mo&gt;&lt;/mfenced&gt;&lt;mo&gt;=&lt;/mo&gt;&lt;mo&gt;&amp;#xA0;&lt;/mo&gt;&lt;mn&gt;0&lt;/mn&gt;&lt;/mstyle&gt;&lt;/math&gt;&quot;,&quot;truncated&quot;:false}" id="3037" name="Google Shape;3037;p47" title="&#10;I space colon equals text set of players end text space equals space open curly brackets 1 comma space 2 comma... comma n close curly brackets&#10;v space colon equals text characteristic/value function end text space colon space 2 to the power of N rightwards arrow straight real numbers&#10;c space colon equals text characteristic/cost function end text space colon space 2 to the power of N rightwards arrow straight real numbers&#10;text Both must satisfy  end text v open parentheses empty set close parentheses space equals space 0 space text and end text space c open parentheses empty set close parentheses equals space 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991" y="1680091"/>
            <a:ext cx="5524024" cy="17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p48"/>
          <p:cNvSpPr txBox="1"/>
          <p:nvPr>
            <p:ph type="title"/>
          </p:nvPr>
        </p:nvSpPr>
        <p:spPr>
          <a:xfrm>
            <a:off x="2413850" y="1850950"/>
            <a:ext cx="63960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Shapley Values</a:t>
            </a:r>
            <a:endParaRPr/>
          </a:p>
        </p:txBody>
      </p:sp>
      <p:sp>
        <p:nvSpPr>
          <p:cNvPr id="3043" name="Google Shape;3043;p48"/>
          <p:cNvSpPr txBox="1"/>
          <p:nvPr>
            <p:ph idx="2" type="title"/>
          </p:nvPr>
        </p:nvSpPr>
        <p:spPr>
          <a:xfrm>
            <a:off x="806075" y="2068800"/>
            <a:ext cx="1235700" cy="10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44" name="Google Shape;3044;p48"/>
          <p:cNvSpPr txBox="1"/>
          <p:nvPr>
            <p:ph idx="1" type="subTitle"/>
          </p:nvPr>
        </p:nvSpPr>
        <p:spPr>
          <a:xfrm>
            <a:off x="2413859" y="2917563"/>
            <a:ext cx="569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Giving credit where credit is due</a:t>
            </a:r>
            <a:endParaRPr/>
          </a:p>
        </p:txBody>
      </p:sp>
      <p:sp>
        <p:nvSpPr>
          <p:cNvPr id="3045" name="Google Shape;3045;p48"/>
          <p:cNvSpPr/>
          <p:nvPr/>
        </p:nvSpPr>
        <p:spPr>
          <a:xfrm>
            <a:off x="528601" y="3695925"/>
            <a:ext cx="3282600" cy="605400"/>
          </a:xfrm>
          <a:prstGeom prst="rightArrow">
            <a:avLst>
              <a:gd fmla="val 50000" name="adj1"/>
              <a:gd fmla="val 80869" name="adj2"/>
            </a:avLst>
          </a:prstGeom>
          <a:solidFill>
            <a:srgbClr val="2EBBF2">
              <a:alpha val="265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9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p49"/>
          <p:cNvSpPr txBox="1"/>
          <p:nvPr>
            <p:ph type="title"/>
          </p:nvPr>
        </p:nvSpPr>
        <p:spPr>
          <a:xfrm>
            <a:off x="71655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Rooms</a:t>
            </a:r>
            <a:endParaRPr/>
          </a:p>
        </p:txBody>
      </p:sp>
      <p:sp>
        <p:nvSpPr>
          <p:cNvPr id="3051" name="Google Shape;3051;p49"/>
          <p:cNvSpPr txBox="1"/>
          <p:nvPr>
            <p:ph idx="1" type="subTitle"/>
          </p:nvPr>
        </p:nvSpPr>
        <p:spPr>
          <a:xfrm>
            <a:off x="716550" y="1297300"/>
            <a:ext cx="4197600" cy="16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Objective: Escape the room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Players: Alice, Bob, and Charlemagne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Simple Game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Binary output (success/failure)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Need at least one person to succeed</a:t>
            </a:r>
            <a:endParaRPr/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row&gt;&lt;mspace linebreak=\&quot;newline\&quot;/&gt;&lt;mi&gt;I&lt;/mi&gt;&lt;mo&gt;&amp;#xA0;&lt;/mo&gt;&lt;mo&gt;:&lt;/mo&gt;&lt;mo&gt;=&lt;/mo&gt;&lt;mtext&gt;set of players&lt;/mtext&gt;&lt;mo&gt;&amp;#xA0;&lt;/mo&gt;&lt;mo&gt;=&lt;/mo&gt;&lt;mo&gt;&amp;#xA0;&lt;/mo&gt;&lt;mfenced open=\&quot;{\&quot; close=\&quot;}\&quot;&gt;&lt;mtext&gt;Alice&amp;#xA0;(A),&amp;#xA0;Bob&amp;#xA0;(B),&amp;#xA0;Charlemagne&amp;#x2009;(C)&lt;/mtext&gt;&lt;/mfenced&gt;&lt;mspace linebreak=\&quot;newline\&quot;/&gt;&lt;mi&gt;v&lt;/mi&gt;&lt;mo&gt;&amp;#xA0;&lt;/mo&gt;&lt;mo&gt;:&lt;/mo&gt;&lt;mo&gt;=&lt;/mo&gt;&lt;mtext&gt;characteristic/value&amp;#xA0;function&lt;/mtext&gt;&lt;mo&gt;&amp;#xA0;&lt;/mo&gt;&lt;mo&gt;:&lt;/mo&gt;&lt;mo&gt;&amp;#xA0;&lt;/mo&gt;&lt;msup&gt;&lt;mn&gt;2&lt;/mn&gt;&lt;mi&gt;N&lt;/mi&gt;&lt;/msup&gt;&lt;mo&gt;&amp;#x2192;&lt;/mo&gt;&lt;mfenced open=\&quot;{\&quot; close=\&quot;}\&quot;&gt;&lt;mrow&gt;&lt;mn&gt;0&lt;/mn&gt;&lt;mo&gt;,&lt;/mo&gt;&lt;mo&gt;&amp;#xA0;&lt;/mo&gt;&lt;mn&gt;1&lt;/mn&gt;&lt;/mrow&gt;&lt;/mfenced&gt;&lt;/mrow&gt;&lt;mspace linebreak=\&quot;newline\&quot;/&gt;&lt;mtext&gt;Which&amp;#xA0;satisfies&amp;#xA0;&lt;/mtext&gt;&lt;mi&gt;v&lt;/mi&gt;&lt;mfenced&gt;&lt;mo&gt;&amp;#x2205;&lt;/mo&gt;&lt;/mfenced&gt;&lt;mo&gt;&amp;#xA0;&lt;/mo&gt;&lt;mo&gt;=&lt;/mo&gt;&lt;mo&gt;&amp;#xA0;&lt;/mo&gt;&lt;mn&gt;0&lt;/mn&gt;&lt;/mstyle&gt;&lt;/math&gt;&quot;,&quot;truncated&quot;:false}" id="3052" name="Google Shape;3052;p49" title="&#10;I space colon equals text set of players end text space equals space open curly brackets text Alice (A), Bob (B), Charlemagne (C) end text close curly brackets&#10;v space colon equals text characteristic/value function end text space colon space 2 to the power of N rightwards arrow open curly brackets 0 comma space 1 close curly brackets&#10;text Which satisfies  end text v open parentheses empty set close parentheses space equals space 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871" y="3112902"/>
            <a:ext cx="4933712" cy="8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6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p50"/>
          <p:cNvSpPr txBox="1"/>
          <p:nvPr>
            <p:ph type="title"/>
          </p:nvPr>
        </p:nvSpPr>
        <p:spPr>
          <a:xfrm>
            <a:off x="720000" y="539500"/>
            <a:ext cx="393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3058" name="Google Shape;3058;p50"/>
          <p:cNvSpPr txBox="1"/>
          <p:nvPr>
            <p:ph idx="7" type="subTitle"/>
          </p:nvPr>
        </p:nvSpPr>
        <p:spPr>
          <a:xfrm>
            <a:off x="520788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</a:t>
            </a:r>
            <a:endParaRPr/>
          </a:p>
        </p:txBody>
      </p:sp>
      <p:sp>
        <p:nvSpPr>
          <p:cNvPr id="3059" name="Google Shape;3059;p50"/>
          <p:cNvSpPr txBox="1"/>
          <p:nvPr>
            <p:ph idx="8" type="subTitle"/>
          </p:nvPr>
        </p:nvSpPr>
        <p:spPr>
          <a:xfrm>
            <a:off x="2506795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3060" name="Google Shape;3060;p50"/>
          <p:cNvSpPr txBox="1"/>
          <p:nvPr>
            <p:ph idx="9" type="subTitle"/>
          </p:nvPr>
        </p:nvSpPr>
        <p:spPr>
          <a:xfrm>
            <a:off x="4492803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3061" name="Google Shape;3061;p50"/>
          <p:cNvSpPr txBox="1"/>
          <p:nvPr>
            <p:ph idx="9" type="subTitle"/>
          </p:nvPr>
        </p:nvSpPr>
        <p:spPr>
          <a:xfrm>
            <a:off x="6478811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Charlemagne</a:t>
            </a:r>
            <a:endParaRPr/>
          </a:p>
        </p:txBody>
      </p:sp>
      <p:sp>
        <p:nvSpPr>
          <p:cNvPr id="3062" name="Google Shape;3062;p50"/>
          <p:cNvSpPr txBox="1"/>
          <p:nvPr>
            <p:ph idx="7" type="subTitle"/>
          </p:nvPr>
        </p:nvSpPr>
        <p:spPr>
          <a:xfrm>
            <a:off x="520788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</a:t>
            </a:r>
            <a:endParaRPr/>
          </a:p>
        </p:txBody>
      </p:sp>
      <p:sp>
        <p:nvSpPr>
          <p:cNvPr id="3063" name="Google Shape;3063;p50"/>
          <p:cNvSpPr txBox="1"/>
          <p:nvPr>
            <p:ph idx="8" type="subTitle"/>
          </p:nvPr>
        </p:nvSpPr>
        <p:spPr>
          <a:xfrm>
            <a:off x="2506795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</a:t>
            </a:r>
            <a:endParaRPr/>
          </a:p>
        </p:txBody>
      </p:sp>
      <p:sp>
        <p:nvSpPr>
          <p:cNvPr id="3064" name="Google Shape;3064;p50"/>
          <p:cNvSpPr txBox="1"/>
          <p:nvPr>
            <p:ph idx="9" type="subTitle"/>
          </p:nvPr>
        </p:nvSpPr>
        <p:spPr>
          <a:xfrm>
            <a:off x="4492803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C</a:t>
            </a:r>
            <a:endParaRPr/>
          </a:p>
        </p:txBody>
      </p:sp>
      <p:sp>
        <p:nvSpPr>
          <p:cNvPr id="3065" name="Google Shape;3065;p50"/>
          <p:cNvSpPr txBox="1"/>
          <p:nvPr>
            <p:ph idx="9" type="subTitle"/>
          </p:nvPr>
        </p:nvSpPr>
        <p:spPr>
          <a:xfrm>
            <a:off x="6478811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 C</a:t>
            </a:r>
            <a:endParaRPr/>
          </a:p>
        </p:txBody>
      </p:sp>
      <p:sp>
        <p:nvSpPr>
          <p:cNvPr id="3066" name="Google Shape;3066;p50"/>
          <p:cNvSpPr txBox="1"/>
          <p:nvPr/>
        </p:nvSpPr>
        <p:spPr>
          <a:xfrm>
            <a:off x="3156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67" name="Google Shape;3067;p50"/>
          <p:cNvSpPr txBox="1"/>
          <p:nvPr/>
        </p:nvSpPr>
        <p:spPr>
          <a:xfrm>
            <a:off x="1170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68" name="Google Shape;3068;p50"/>
          <p:cNvSpPr txBox="1"/>
          <p:nvPr/>
        </p:nvSpPr>
        <p:spPr>
          <a:xfrm>
            <a:off x="5142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69" name="Google Shape;3069;p50"/>
          <p:cNvSpPr txBox="1"/>
          <p:nvPr/>
        </p:nvSpPr>
        <p:spPr>
          <a:xfrm>
            <a:off x="7128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70" name="Google Shape;3070;p50"/>
          <p:cNvSpPr txBox="1"/>
          <p:nvPr/>
        </p:nvSpPr>
        <p:spPr>
          <a:xfrm>
            <a:off x="3156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71" name="Google Shape;3071;p50"/>
          <p:cNvSpPr txBox="1"/>
          <p:nvPr/>
        </p:nvSpPr>
        <p:spPr>
          <a:xfrm>
            <a:off x="1170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72" name="Google Shape;3072;p50"/>
          <p:cNvSpPr txBox="1"/>
          <p:nvPr/>
        </p:nvSpPr>
        <p:spPr>
          <a:xfrm>
            <a:off x="5142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73" name="Google Shape;3073;p50"/>
          <p:cNvSpPr txBox="1"/>
          <p:nvPr/>
        </p:nvSpPr>
        <p:spPr>
          <a:xfrm>
            <a:off x="7128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p51"/>
          <p:cNvSpPr txBox="1"/>
          <p:nvPr>
            <p:ph type="title"/>
          </p:nvPr>
        </p:nvSpPr>
        <p:spPr>
          <a:xfrm>
            <a:off x="720000" y="539500"/>
            <a:ext cx="393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</a:t>
            </a:r>
            <a:endParaRPr/>
          </a:p>
        </p:txBody>
      </p:sp>
      <p:sp>
        <p:nvSpPr>
          <p:cNvPr id="3079" name="Google Shape;3079;p51"/>
          <p:cNvSpPr txBox="1"/>
          <p:nvPr>
            <p:ph idx="7" type="subTitle"/>
          </p:nvPr>
        </p:nvSpPr>
        <p:spPr>
          <a:xfrm>
            <a:off x="520788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</a:t>
            </a:r>
            <a:endParaRPr/>
          </a:p>
        </p:txBody>
      </p:sp>
      <p:sp>
        <p:nvSpPr>
          <p:cNvPr id="3080" name="Google Shape;3080;p51"/>
          <p:cNvSpPr txBox="1"/>
          <p:nvPr>
            <p:ph idx="8" type="subTitle"/>
          </p:nvPr>
        </p:nvSpPr>
        <p:spPr>
          <a:xfrm>
            <a:off x="2506795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3081" name="Google Shape;3081;p51"/>
          <p:cNvSpPr txBox="1"/>
          <p:nvPr>
            <p:ph idx="9" type="subTitle"/>
          </p:nvPr>
        </p:nvSpPr>
        <p:spPr>
          <a:xfrm>
            <a:off x="4492803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3082" name="Google Shape;3082;p51"/>
          <p:cNvSpPr txBox="1"/>
          <p:nvPr>
            <p:ph idx="9" type="subTitle"/>
          </p:nvPr>
        </p:nvSpPr>
        <p:spPr>
          <a:xfrm>
            <a:off x="6478811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Charlemagne</a:t>
            </a:r>
            <a:endParaRPr/>
          </a:p>
        </p:txBody>
      </p:sp>
      <p:sp>
        <p:nvSpPr>
          <p:cNvPr id="3083" name="Google Shape;3083;p51"/>
          <p:cNvSpPr txBox="1"/>
          <p:nvPr>
            <p:ph idx="7" type="subTitle"/>
          </p:nvPr>
        </p:nvSpPr>
        <p:spPr>
          <a:xfrm>
            <a:off x="520788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</a:t>
            </a:r>
            <a:endParaRPr/>
          </a:p>
        </p:txBody>
      </p:sp>
      <p:sp>
        <p:nvSpPr>
          <p:cNvPr id="3084" name="Google Shape;3084;p51"/>
          <p:cNvSpPr txBox="1"/>
          <p:nvPr>
            <p:ph idx="8" type="subTitle"/>
          </p:nvPr>
        </p:nvSpPr>
        <p:spPr>
          <a:xfrm>
            <a:off x="2506795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</a:t>
            </a:r>
            <a:endParaRPr/>
          </a:p>
        </p:txBody>
      </p:sp>
      <p:sp>
        <p:nvSpPr>
          <p:cNvPr id="3085" name="Google Shape;3085;p51"/>
          <p:cNvSpPr txBox="1"/>
          <p:nvPr>
            <p:ph idx="9" type="subTitle"/>
          </p:nvPr>
        </p:nvSpPr>
        <p:spPr>
          <a:xfrm>
            <a:off x="4492803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C</a:t>
            </a:r>
            <a:endParaRPr/>
          </a:p>
        </p:txBody>
      </p:sp>
      <p:sp>
        <p:nvSpPr>
          <p:cNvPr id="3086" name="Google Shape;3086;p51"/>
          <p:cNvSpPr txBox="1"/>
          <p:nvPr>
            <p:ph idx="9" type="subTitle"/>
          </p:nvPr>
        </p:nvSpPr>
        <p:spPr>
          <a:xfrm>
            <a:off x="6478811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 C</a:t>
            </a:r>
            <a:endParaRPr/>
          </a:p>
        </p:txBody>
      </p:sp>
      <p:sp>
        <p:nvSpPr>
          <p:cNvPr id="3087" name="Google Shape;3087;p51"/>
          <p:cNvSpPr txBox="1"/>
          <p:nvPr/>
        </p:nvSpPr>
        <p:spPr>
          <a:xfrm>
            <a:off x="3156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88" name="Google Shape;3088;p51"/>
          <p:cNvSpPr txBox="1"/>
          <p:nvPr/>
        </p:nvSpPr>
        <p:spPr>
          <a:xfrm>
            <a:off x="1170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89" name="Google Shape;3089;p51"/>
          <p:cNvSpPr txBox="1"/>
          <p:nvPr/>
        </p:nvSpPr>
        <p:spPr>
          <a:xfrm>
            <a:off x="5142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90" name="Google Shape;3090;p51"/>
          <p:cNvSpPr txBox="1"/>
          <p:nvPr/>
        </p:nvSpPr>
        <p:spPr>
          <a:xfrm>
            <a:off x="7128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91" name="Google Shape;3091;p51"/>
          <p:cNvSpPr txBox="1"/>
          <p:nvPr/>
        </p:nvSpPr>
        <p:spPr>
          <a:xfrm>
            <a:off x="3156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92" name="Google Shape;3092;p51"/>
          <p:cNvSpPr txBox="1"/>
          <p:nvPr/>
        </p:nvSpPr>
        <p:spPr>
          <a:xfrm>
            <a:off x="1170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93" name="Google Shape;3093;p51"/>
          <p:cNvSpPr txBox="1"/>
          <p:nvPr/>
        </p:nvSpPr>
        <p:spPr>
          <a:xfrm>
            <a:off x="5142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94" name="Google Shape;3094;p51"/>
          <p:cNvSpPr txBox="1"/>
          <p:nvPr/>
        </p:nvSpPr>
        <p:spPr>
          <a:xfrm>
            <a:off x="7128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8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Google Shape;3099;p52"/>
          <p:cNvSpPr txBox="1"/>
          <p:nvPr>
            <p:ph type="title"/>
          </p:nvPr>
        </p:nvSpPr>
        <p:spPr>
          <a:xfrm>
            <a:off x="720000" y="539500"/>
            <a:ext cx="393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</a:t>
            </a:r>
            <a:endParaRPr/>
          </a:p>
        </p:txBody>
      </p:sp>
      <p:sp>
        <p:nvSpPr>
          <p:cNvPr id="3100" name="Google Shape;3100;p52"/>
          <p:cNvSpPr txBox="1"/>
          <p:nvPr>
            <p:ph idx="7" type="subTitle"/>
          </p:nvPr>
        </p:nvSpPr>
        <p:spPr>
          <a:xfrm>
            <a:off x="520788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</a:t>
            </a:r>
            <a:endParaRPr/>
          </a:p>
        </p:txBody>
      </p:sp>
      <p:sp>
        <p:nvSpPr>
          <p:cNvPr id="3101" name="Google Shape;3101;p52"/>
          <p:cNvSpPr txBox="1"/>
          <p:nvPr>
            <p:ph idx="8" type="subTitle"/>
          </p:nvPr>
        </p:nvSpPr>
        <p:spPr>
          <a:xfrm>
            <a:off x="2506795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3102" name="Google Shape;3102;p52"/>
          <p:cNvSpPr txBox="1"/>
          <p:nvPr>
            <p:ph idx="9" type="subTitle"/>
          </p:nvPr>
        </p:nvSpPr>
        <p:spPr>
          <a:xfrm>
            <a:off x="4492803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3103" name="Google Shape;3103;p52"/>
          <p:cNvSpPr txBox="1"/>
          <p:nvPr>
            <p:ph idx="9" type="subTitle"/>
          </p:nvPr>
        </p:nvSpPr>
        <p:spPr>
          <a:xfrm>
            <a:off x="6478811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Charlemagne</a:t>
            </a:r>
            <a:endParaRPr/>
          </a:p>
        </p:txBody>
      </p:sp>
      <p:sp>
        <p:nvSpPr>
          <p:cNvPr id="3104" name="Google Shape;3104;p52"/>
          <p:cNvSpPr txBox="1"/>
          <p:nvPr>
            <p:ph idx="7" type="subTitle"/>
          </p:nvPr>
        </p:nvSpPr>
        <p:spPr>
          <a:xfrm>
            <a:off x="520788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</a:t>
            </a:r>
            <a:endParaRPr/>
          </a:p>
        </p:txBody>
      </p:sp>
      <p:sp>
        <p:nvSpPr>
          <p:cNvPr id="3105" name="Google Shape;3105;p52"/>
          <p:cNvSpPr txBox="1"/>
          <p:nvPr>
            <p:ph idx="8" type="subTitle"/>
          </p:nvPr>
        </p:nvSpPr>
        <p:spPr>
          <a:xfrm>
            <a:off x="2506795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</a:t>
            </a:r>
            <a:endParaRPr/>
          </a:p>
        </p:txBody>
      </p:sp>
      <p:sp>
        <p:nvSpPr>
          <p:cNvPr id="3106" name="Google Shape;3106;p52"/>
          <p:cNvSpPr txBox="1"/>
          <p:nvPr>
            <p:ph idx="9" type="subTitle"/>
          </p:nvPr>
        </p:nvSpPr>
        <p:spPr>
          <a:xfrm>
            <a:off x="4492803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C</a:t>
            </a:r>
            <a:endParaRPr/>
          </a:p>
        </p:txBody>
      </p:sp>
      <p:sp>
        <p:nvSpPr>
          <p:cNvPr id="3107" name="Google Shape;3107;p52"/>
          <p:cNvSpPr txBox="1"/>
          <p:nvPr>
            <p:ph idx="9" type="subTitle"/>
          </p:nvPr>
        </p:nvSpPr>
        <p:spPr>
          <a:xfrm>
            <a:off x="6478811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 C</a:t>
            </a:r>
            <a:endParaRPr/>
          </a:p>
        </p:txBody>
      </p:sp>
      <p:sp>
        <p:nvSpPr>
          <p:cNvPr id="3108" name="Google Shape;3108;p52"/>
          <p:cNvSpPr txBox="1"/>
          <p:nvPr/>
        </p:nvSpPr>
        <p:spPr>
          <a:xfrm>
            <a:off x="3156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09" name="Google Shape;3109;p52"/>
          <p:cNvSpPr txBox="1"/>
          <p:nvPr/>
        </p:nvSpPr>
        <p:spPr>
          <a:xfrm>
            <a:off x="1170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10" name="Google Shape;3110;p52"/>
          <p:cNvSpPr txBox="1"/>
          <p:nvPr/>
        </p:nvSpPr>
        <p:spPr>
          <a:xfrm>
            <a:off x="5142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11" name="Google Shape;3111;p52"/>
          <p:cNvSpPr txBox="1"/>
          <p:nvPr/>
        </p:nvSpPr>
        <p:spPr>
          <a:xfrm>
            <a:off x="7128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12" name="Google Shape;3112;p52"/>
          <p:cNvSpPr txBox="1"/>
          <p:nvPr/>
        </p:nvSpPr>
        <p:spPr>
          <a:xfrm>
            <a:off x="3156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13" name="Google Shape;3113;p52"/>
          <p:cNvSpPr txBox="1"/>
          <p:nvPr/>
        </p:nvSpPr>
        <p:spPr>
          <a:xfrm>
            <a:off x="1170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14" name="Google Shape;3114;p52"/>
          <p:cNvSpPr txBox="1"/>
          <p:nvPr/>
        </p:nvSpPr>
        <p:spPr>
          <a:xfrm>
            <a:off x="5142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15" name="Google Shape;3115;p52"/>
          <p:cNvSpPr txBox="1"/>
          <p:nvPr/>
        </p:nvSpPr>
        <p:spPr>
          <a:xfrm>
            <a:off x="7128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9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53"/>
          <p:cNvSpPr txBox="1"/>
          <p:nvPr>
            <p:ph type="title"/>
          </p:nvPr>
        </p:nvSpPr>
        <p:spPr>
          <a:xfrm>
            <a:off x="720000" y="539500"/>
            <a:ext cx="393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4</a:t>
            </a:r>
            <a:endParaRPr/>
          </a:p>
        </p:txBody>
      </p:sp>
      <p:sp>
        <p:nvSpPr>
          <p:cNvPr id="3121" name="Google Shape;3121;p53"/>
          <p:cNvSpPr txBox="1"/>
          <p:nvPr>
            <p:ph idx="7" type="subTitle"/>
          </p:nvPr>
        </p:nvSpPr>
        <p:spPr>
          <a:xfrm>
            <a:off x="520788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</a:t>
            </a:r>
            <a:endParaRPr/>
          </a:p>
        </p:txBody>
      </p:sp>
      <p:sp>
        <p:nvSpPr>
          <p:cNvPr id="3122" name="Google Shape;3122;p53"/>
          <p:cNvSpPr txBox="1"/>
          <p:nvPr>
            <p:ph idx="8" type="subTitle"/>
          </p:nvPr>
        </p:nvSpPr>
        <p:spPr>
          <a:xfrm>
            <a:off x="2506795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3123" name="Google Shape;3123;p53"/>
          <p:cNvSpPr txBox="1"/>
          <p:nvPr>
            <p:ph idx="9" type="subTitle"/>
          </p:nvPr>
        </p:nvSpPr>
        <p:spPr>
          <a:xfrm>
            <a:off x="4492803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3124" name="Google Shape;3124;p53"/>
          <p:cNvSpPr txBox="1"/>
          <p:nvPr>
            <p:ph idx="9" type="subTitle"/>
          </p:nvPr>
        </p:nvSpPr>
        <p:spPr>
          <a:xfrm>
            <a:off x="6478811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Charlemagne</a:t>
            </a:r>
            <a:endParaRPr/>
          </a:p>
        </p:txBody>
      </p:sp>
      <p:sp>
        <p:nvSpPr>
          <p:cNvPr id="3125" name="Google Shape;3125;p53"/>
          <p:cNvSpPr txBox="1"/>
          <p:nvPr>
            <p:ph idx="7" type="subTitle"/>
          </p:nvPr>
        </p:nvSpPr>
        <p:spPr>
          <a:xfrm>
            <a:off x="520788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</a:t>
            </a:r>
            <a:endParaRPr/>
          </a:p>
        </p:txBody>
      </p:sp>
      <p:sp>
        <p:nvSpPr>
          <p:cNvPr id="3126" name="Google Shape;3126;p53"/>
          <p:cNvSpPr txBox="1"/>
          <p:nvPr>
            <p:ph idx="8" type="subTitle"/>
          </p:nvPr>
        </p:nvSpPr>
        <p:spPr>
          <a:xfrm>
            <a:off x="2506795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</a:t>
            </a:r>
            <a:endParaRPr/>
          </a:p>
        </p:txBody>
      </p:sp>
      <p:sp>
        <p:nvSpPr>
          <p:cNvPr id="3127" name="Google Shape;3127;p53"/>
          <p:cNvSpPr txBox="1"/>
          <p:nvPr>
            <p:ph idx="9" type="subTitle"/>
          </p:nvPr>
        </p:nvSpPr>
        <p:spPr>
          <a:xfrm>
            <a:off x="4492803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C</a:t>
            </a:r>
            <a:endParaRPr/>
          </a:p>
        </p:txBody>
      </p:sp>
      <p:sp>
        <p:nvSpPr>
          <p:cNvPr id="3128" name="Google Shape;3128;p53"/>
          <p:cNvSpPr txBox="1"/>
          <p:nvPr>
            <p:ph idx="9" type="subTitle"/>
          </p:nvPr>
        </p:nvSpPr>
        <p:spPr>
          <a:xfrm>
            <a:off x="6478811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 C</a:t>
            </a:r>
            <a:endParaRPr/>
          </a:p>
        </p:txBody>
      </p:sp>
      <p:sp>
        <p:nvSpPr>
          <p:cNvPr id="3129" name="Google Shape;3129;p53"/>
          <p:cNvSpPr txBox="1"/>
          <p:nvPr/>
        </p:nvSpPr>
        <p:spPr>
          <a:xfrm>
            <a:off x="3156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30" name="Google Shape;3130;p53"/>
          <p:cNvSpPr txBox="1"/>
          <p:nvPr/>
        </p:nvSpPr>
        <p:spPr>
          <a:xfrm>
            <a:off x="1170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31" name="Google Shape;3131;p53"/>
          <p:cNvSpPr txBox="1"/>
          <p:nvPr/>
        </p:nvSpPr>
        <p:spPr>
          <a:xfrm>
            <a:off x="5142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32" name="Google Shape;3132;p53"/>
          <p:cNvSpPr txBox="1"/>
          <p:nvPr/>
        </p:nvSpPr>
        <p:spPr>
          <a:xfrm>
            <a:off x="7128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33" name="Google Shape;3133;p53"/>
          <p:cNvSpPr txBox="1"/>
          <p:nvPr/>
        </p:nvSpPr>
        <p:spPr>
          <a:xfrm>
            <a:off x="3156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34" name="Google Shape;3134;p53"/>
          <p:cNvSpPr txBox="1"/>
          <p:nvPr/>
        </p:nvSpPr>
        <p:spPr>
          <a:xfrm>
            <a:off x="1170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35" name="Google Shape;3135;p53"/>
          <p:cNvSpPr txBox="1"/>
          <p:nvPr/>
        </p:nvSpPr>
        <p:spPr>
          <a:xfrm>
            <a:off x="5142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36" name="Google Shape;3136;p53"/>
          <p:cNvSpPr txBox="1"/>
          <p:nvPr/>
        </p:nvSpPr>
        <p:spPr>
          <a:xfrm>
            <a:off x="7128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0" name="Shape 3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" name="Google Shape;3141;p54"/>
          <p:cNvSpPr txBox="1"/>
          <p:nvPr>
            <p:ph type="title"/>
          </p:nvPr>
        </p:nvSpPr>
        <p:spPr>
          <a:xfrm>
            <a:off x="71655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Escape Rooms</a:t>
            </a:r>
            <a:endParaRPr/>
          </a:p>
        </p:txBody>
      </p:sp>
      <p:sp>
        <p:nvSpPr>
          <p:cNvPr id="3142" name="Google Shape;3142;p54"/>
          <p:cNvSpPr txBox="1"/>
          <p:nvPr>
            <p:ph idx="1" type="subTitle"/>
          </p:nvPr>
        </p:nvSpPr>
        <p:spPr>
          <a:xfrm>
            <a:off x="716550" y="1297300"/>
            <a:ext cx="4197600" cy="16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Objective: Escape the room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Players: Alice, Bob, and Charlemagne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Simple Game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Binary output (success/failure)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Need at least one person to succeed</a:t>
            </a:r>
            <a:endParaRPr/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sub&gt;&lt;mi&gt;&amp;#x3D5;&lt;/mi&gt;&lt;mi&gt;i&lt;/mi&gt;&lt;/msub&gt;&lt;mfenced&gt;&lt;mi&gt;v&lt;/mi&gt;&lt;/mfenced&gt;&lt;mo&gt;:&lt;/mo&gt;&lt;mo&gt;=&lt;/mo&gt;&lt;mtext&gt;marginal&amp;#xA0;contribution&amp;#xA0;by&amp;#xA0;player&amp;#xA0;&lt;/mtext&gt;&lt;mi&gt;i&lt;/mi&gt;&lt;mtext&gt;&amp;#xA0;in&amp;#xA0;game&lt;/mtext&gt;&lt;mo&gt;&amp;#xA0;&lt;/mo&gt;&lt;mi&gt;v&lt;/mi&gt;&lt;/mstyle&gt;&lt;/math&gt;&quot;,&quot;truncated&quot;:false}" id="3143" name="Google Shape;3143;p54" title="ϕ subscript i open parentheses v close parentheses colon equals text marginal contribution by player  end text i text  in game end text space v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876" y="4086883"/>
            <a:ext cx="4378147" cy="227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row&gt;&lt;mspace linebreak=\&quot;newline\&quot;/&gt;&lt;mi&gt;I&lt;/mi&gt;&lt;mo&gt;&amp;#xA0;&lt;/mo&gt;&lt;mo&gt;:&lt;/mo&gt;&lt;mo&gt;=&lt;/mo&gt;&lt;mtext&gt;set of players&lt;/mtext&gt;&lt;mo&gt;&amp;#xA0;&lt;/mo&gt;&lt;mo&gt;=&lt;/mo&gt;&lt;mo&gt;&amp;#xA0;&lt;/mo&gt;&lt;mfenced open=\&quot;{\&quot; close=\&quot;}\&quot;&gt;&lt;mtext&gt;Alice&amp;#xA0;(A),&amp;#xA0;Bob&amp;#xA0;(B),&amp;#xA0;Charlemagne&amp;#x2009;(C)&lt;/mtext&gt;&lt;/mfenced&gt;&lt;mspace linebreak=\&quot;newline\&quot;/&gt;&lt;mi&gt;v&lt;/mi&gt;&lt;mo&gt;&amp;#xA0;&lt;/mo&gt;&lt;mo&gt;:&lt;/mo&gt;&lt;mo&gt;=&lt;/mo&gt;&lt;mtext&gt;characteristic/value&amp;#xA0;function&lt;/mtext&gt;&lt;mo&gt;&amp;#xA0;&lt;/mo&gt;&lt;mo&gt;:&lt;/mo&gt;&lt;mo&gt;&amp;#xA0;&lt;/mo&gt;&lt;msup&gt;&lt;mn&gt;2&lt;/mn&gt;&lt;mi&gt;N&lt;/mi&gt;&lt;/msup&gt;&lt;mo&gt;&amp;#x2192;&lt;/mo&gt;&lt;mfenced open=\&quot;{\&quot; close=\&quot;}\&quot;&gt;&lt;mrow&gt;&lt;mn&gt;0&lt;/mn&gt;&lt;mo&gt;,&lt;/mo&gt;&lt;mo&gt;&amp;#xA0;&lt;/mo&gt;&lt;mn&gt;1&lt;/mn&gt;&lt;/mrow&gt;&lt;/mfenced&gt;&lt;/mrow&gt;&lt;mspace linebreak=\&quot;newline\&quot;/&gt;&lt;mtext&gt;Which&amp;#xA0;satisfies&amp;#xA0;&lt;/mtext&gt;&lt;mi&gt;v&lt;/mi&gt;&lt;mfenced&gt;&lt;mo&gt;&amp;#x2205;&lt;/mo&gt;&lt;/mfenced&gt;&lt;mo&gt;&amp;#xA0;&lt;/mo&gt;&lt;mo&gt;=&lt;/mo&gt;&lt;mo&gt;&amp;#xA0;&lt;/mo&gt;&lt;mn&gt;0&lt;/mn&gt;&lt;/mstyle&gt;&lt;/math&gt;&quot;,&quot;truncated&quot;:false}" id="3144" name="Google Shape;3144;p54" title="&#10;I space colon equals text set of players end text space equals space open curly brackets text Alice (A), Bob (B), Charlemagne (C) end text close curly brackets&#10;v space colon equals text characteristic/value function end text space colon space 2 to the power of N rightwards arrow open curly brackets 0 comma space 1 close curly brackets&#10;text Which satisfies  end text v open parentheses empty set close parentheses space equals space 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1871" y="3112902"/>
            <a:ext cx="4933712" cy="8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8" name="Shape 3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9" name="Google Shape;3149;p5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Desirable Features</a:t>
            </a:r>
            <a:endParaRPr/>
          </a:p>
        </p:txBody>
      </p:sp>
      <p:graphicFrame>
        <p:nvGraphicFramePr>
          <p:cNvPr id="3150" name="Google Shape;3150;p55"/>
          <p:cNvGraphicFramePr/>
          <p:nvPr/>
        </p:nvGraphicFramePr>
        <p:xfrm>
          <a:off x="720000" y="161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{E2A8A355-A8A8-4CBF-99E8-2984F93B9654}</a:tableStyleId>
              </a:tblPr>
              <a:tblGrid>
                <a:gridCol w="2331875"/>
                <a:gridCol w="5372125"/>
              </a:tblGrid>
              <a:tr h="57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Symmetry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Linearity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Efficiency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Null Player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{&quot;mathml&quot;:&quot;&lt;math style=\&quot;font-family:stix;font-size:16px;\&quot; xmlns=\&quot;http://www.w3.org/1998/Math/MathML\&quot;&gt;&lt;mstyle mathsize=\&quot;16px\&quot;&gt;&lt;msub&gt;&lt;mi&gt;&amp;#x3D5;&lt;/mi&gt;&lt;mi&gt;i&lt;/mi&gt;&lt;/msub&gt;&lt;mfenced&gt;&lt;mrow&gt;&lt;mi&gt;v&lt;/mi&gt;&lt;mo&gt;+&lt;/mo&gt;&lt;mi&gt;w&lt;/mi&gt;&lt;/mrow&gt;&lt;/mfenced&gt;&lt;mo&gt;=&lt;/mo&gt;&lt;msub&gt;&lt;mi&gt;&amp;#x3D5;&lt;/mi&gt;&lt;mi&gt;i&lt;/mi&gt;&lt;/msub&gt;&lt;mfenced&gt;&lt;mi&gt;v&lt;/mi&gt;&lt;/mfenced&gt;&lt;mo&gt;+&lt;/mo&gt;&lt;msub&gt;&lt;mi&gt;&amp;#x3D5;&lt;/mi&gt;&lt;mi&gt;i&lt;/mi&gt;&lt;/msub&gt;&lt;mfenced&gt;&lt;mi&gt;w&lt;/mi&gt;&lt;/mfenced&gt;&lt;mo&gt;&amp;#xA0;&lt;/mo&gt;&lt;mtext&gt;and&lt;/mtext&gt;&lt;mo&gt;&amp;#xA0;&lt;/mo&gt;&lt;msub&gt;&lt;mi&gt;&amp;#x3D5;&lt;/mi&gt;&lt;mi&gt;i&lt;/mi&gt;&lt;/msub&gt;&lt;mfenced&gt;&lt;mrow&gt;&lt;mi&gt;a&lt;/mi&gt;&lt;mi&gt;v&lt;/mi&gt;&lt;/mrow&gt;&lt;/mfenced&gt;&lt;mo&gt;=&lt;/mo&gt;&lt;mi&gt;a&lt;/mi&gt;&lt;msub&gt;&lt;mi&gt;&amp;#x3D5;&lt;/mi&gt;&lt;mi&gt;i&lt;/mi&gt;&lt;/msub&gt;&lt;mfenced&gt;&lt;mi&gt;v&lt;/mi&gt;&lt;/mfenced&gt;&lt;/mstyle&gt;&lt;/math&gt;&quot;,&quot;truncated&quot;:false}" id="3151" name="Google Shape;3151;p55" title="ϕ subscript i open parentheses v plus w close parentheses equals ϕ subscript i open parentheses v close parentheses plus ϕ subscript i open parentheses w close parentheses space text and end text space ϕ subscript i open parentheses a v close parentheses equals a ϕ subscript i open parentheses v close parenthes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575" y="2375631"/>
            <a:ext cx="4364142" cy="228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under&gt;&lt;mo&gt;&amp;#x2211;&lt;/mo&gt;&lt;mrow&gt;&lt;mi&gt;i&lt;/mi&gt;&lt;mo&gt;&amp;#x2208;&lt;/mo&gt;&lt;mi&gt;N&lt;/mi&gt;&lt;/mrow&gt;&lt;/munder&gt;&lt;msub&gt;&lt;mi&gt;&amp;#x3D5;&lt;/mi&gt;&lt;mi&gt;i&lt;/mi&gt;&lt;/msub&gt;&lt;mfenced&gt;&lt;mi&gt;v&lt;/mi&gt;&lt;/mfenced&gt;&lt;mo&gt;=&lt;/mo&gt;&lt;mi&gt;v&lt;/mi&gt;&lt;mfenced&gt;&lt;mi&gt;N&lt;/mi&gt;&lt;/mfenced&gt;&lt;/mstyle&gt;&lt;/math&gt;&quot;,&quot;truncated&quot;:false}" id="3152" name="Google Shape;3152;p55" title="sum for i element of N of ϕ subscript i open parentheses v close parentheses equals v open parentheses N close parenthes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4166" y="2837789"/>
            <a:ext cx="1584960" cy="449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o&gt;&amp;#x2200;&lt;/mo&gt;&lt;mi&gt;S&lt;/mi&gt;&lt;mo&gt;&amp;#x2286;&lt;/mo&gt;&lt;mi&gt;N&lt;/mi&gt;&lt;mo&gt;:&lt;/mo&gt;&lt;mo&gt;&amp;#xA0;&lt;/mo&gt;&lt;mi&gt;v&lt;/mi&gt;&lt;mfenced&gt;&lt;mrow&gt;&lt;mi&gt;S&lt;/mi&gt;&lt;mo&gt;&amp;#x222A;&lt;/mo&gt;&lt;mfenced open=\&quot;{\&quot; close=\&quot;}\&quot;&gt;&lt;mi&gt;i&lt;/mi&gt;&lt;/mfenced&gt;&lt;/mrow&gt;&lt;/mfenced&gt;&lt;mo&gt;=&lt;/mo&gt;&lt;mi&gt;v&lt;/mi&gt;&lt;mfenced&gt;&lt;mi&gt;S&lt;/mi&gt;&lt;/mfenced&gt;&lt;mo&gt;&amp;#xA0;&lt;/mo&gt;&lt;mo&gt;&amp;#x2192;&lt;/mo&gt;&lt;mo&gt;&amp;#xA0;&lt;/mo&gt;&lt;msub&gt;&lt;mi&gt;&amp;#x3D5;&lt;/mi&gt;&lt;mi&gt;i&lt;/mi&gt;&lt;/msub&gt;&lt;mfenced&gt;&lt;mi&gt;v&lt;/mi&gt;&lt;/mfenced&gt;&lt;mo&gt;=&lt;/mo&gt;&lt;mo&gt;&amp;#xA0;&lt;/mo&gt;&lt;mn&gt;0&lt;/mn&gt;&lt;/mstyle&gt;&lt;/math&gt;&quot;,&quot;truncated&quot;:false}" id="3153" name="Google Shape;3153;p55" title="for all S subset of or equal to N colon space v open parentheses S union open curly brackets i close curly brackets close parentheses equals v open parentheses S close parentheses space rightwards arrow space ϕ subscript i open parentheses v close parentheses equals space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2225" y="3520065"/>
            <a:ext cx="3488842" cy="226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o&gt;&amp;#x2200;&lt;/mo&gt;&lt;mi&gt;S&lt;/mi&gt;&lt;mo&gt;&amp;#x2286;&lt;/mo&gt;&lt;mi&gt;N&lt;/mi&gt;&lt;mo&gt;\\&lt;/mo&gt;&lt;mfenced open=\&quot;{\&quot; close=\&quot;}\&quot;&gt;&lt;mrow&gt;&lt;mi&gt;i&lt;/mi&gt;&lt;mo&gt;,&lt;/mo&gt;&lt;mi&gt;j&lt;/mi&gt;&lt;/mrow&gt;&lt;/mfenced&gt;&lt;mo&gt;:&lt;/mo&gt;&lt;mo&gt;&amp;#xA0;&lt;/mo&gt;&lt;mi&gt;v&lt;/mi&gt;&lt;mfenced&gt;&lt;mrow&gt;&lt;mi&gt;S&lt;/mi&gt;&lt;mo&gt;&amp;#x222A;&lt;/mo&gt;&lt;mfenced open=\&quot;{\&quot; close=\&quot;}\&quot;&gt;&lt;mi&gt;i&lt;/mi&gt;&lt;/mfenced&gt;&lt;/mrow&gt;&lt;/mfenced&gt;&lt;mo&gt;=&lt;/mo&gt;&lt;mi&gt;v&lt;/mi&gt;&lt;mfenced&gt;&lt;mrow&gt;&lt;mi&gt;S&lt;/mi&gt;&lt;mo&gt;&amp;#x222A;&lt;/mo&gt;&lt;mfenced open=\&quot;{\&quot; close=\&quot;}\&quot;&gt;&lt;mi&gt;j&lt;/mi&gt;&lt;/mfenced&gt;&lt;/mrow&gt;&lt;/mfenced&gt;&lt;mo&gt;&amp;#xA0;&lt;/mo&gt;&lt;mo&gt;&amp;#x2192;&lt;/mo&gt;&lt;mo&gt;&amp;#xA0;&lt;/mo&gt;&lt;msub&gt;&lt;mi&gt;&amp;#x3D5;&lt;/mi&gt;&lt;mi&gt;i&lt;/mi&gt;&lt;/msub&gt;&lt;mfenced&gt;&lt;mi&gt;v&lt;/mi&gt;&lt;/mfenced&gt;&lt;mo&gt;=&lt;/mo&gt;&lt;msub&gt;&lt;mi&gt;&amp;#x3D5;&lt;/mi&gt;&lt;mi&gt;j&lt;/mi&gt;&lt;/msub&gt;&lt;mfenced&gt;&lt;mi&gt;v&lt;/mi&gt;&lt;/mfenced&gt;&lt;mspace linebreak=\&quot;newline\&quot;/&gt;&lt;/mstyle&gt;&lt;/math&gt;&quot;,&quot;truncated&quot;:false}" id="3154" name="Google Shape;3154;p55" title="for all S subset of or equal to N backslash open curly brackets i comma j close curly brackets colon space v open parentheses S union open curly brackets i close curly brackets close parentheses equals v open parentheses S union open curly brackets j close curly brackets close parentheses space rightwards arrow space ϕ subscript i open parentheses v close parentheses equals ϕ subscript j open parentheses v close parentheses&#10;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3425" y="1773115"/>
            <a:ext cx="4806442" cy="270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8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9" name="Google Shape;3159;p56"/>
          <p:cNvPicPr preferRelativeResize="0"/>
          <p:nvPr/>
        </p:nvPicPr>
        <p:blipFill rotWithShape="1">
          <a:blip r:embed="rId3">
            <a:alphaModFix/>
          </a:blip>
          <a:srcRect b="11855" l="-9019" r="9019" t="0"/>
          <a:stretch/>
        </p:blipFill>
        <p:spPr>
          <a:xfrm rot="10800000">
            <a:off x="0" y="0"/>
            <a:ext cx="3810000" cy="178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0" name="Google Shape;3160;p56"/>
          <p:cNvGrpSpPr/>
          <p:nvPr/>
        </p:nvGrpSpPr>
        <p:grpSpPr>
          <a:xfrm>
            <a:off x="-106200" y="-103750"/>
            <a:ext cx="3810000" cy="2254901"/>
            <a:chOff x="2287428" y="526446"/>
            <a:chExt cx="7620000" cy="4509801"/>
          </a:xfrm>
        </p:grpSpPr>
        <p:sp>
          <p:nvSpPr>
            <p:cNvPr id="3161" name="Google Shape;3161;p56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2" name="Google Shape;3162;p56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3" name="Google Shape;3163;p56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4" name="Google Shape;3164;p56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56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6" name="Google Shape;3166;p56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7" name="Google Shape;3167;p56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8" name="Google Shape;3168;p56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{&quot;mathml&quot;:&quot;&lt;math style=\&quot;font-family:stix;font-size:16px;\&quot; xmlns=\&quot;http://www.w3.org/1998/Math/MathML\&quot;&gt;&lt;mstyle mathsize=\&quot;16px\&quot;&gt;&lt;msub&gt;&lt;mi&gt;&amp;#x3D5;&lt;/mi&gt;&lt;mi&gt;i&lt;/mi&gt;&lt;/msub&gt;&lt;mfenced&gt;&lt;mi&gt;v&lt;/mi&gt;&lt;/mfenced&gt;&lt;mo&gt;=&lt;/mo&gt;&lt;mfrac&gt;&lt;mn&gt;1&lt;/mn&gt;&lt;mi&gt;n&lt;/mi&gt;&lt;/mfrac&gt;&lt;munder&gt;&lt;mo&gt;&amp;#x2211;&lt;/mo&gt;&lt;mrow&gt;&lt;mi&gt;S&lt;/mi&gt;&lt;mo&gt;&amp;#x2286;&lt;/mo&gt;&lt;mi&gt;N&lt;/mi&gt;&lt;mo&gt;\\&lt;/mo&gt;&lt;mfenced open=\&quot;{\&quot; close=\&quot;}\&quot;&gt;&lt;mi&gt;i&lt;/mi&gt;&lt;/mfenced&gt;&lt;/mrow&gt;&lt;/munder&gt;&lt;msup&gt;&lt;mfenced&gt;&lt;mtable&gt;&lt;mtr&gt;&lt;mtd&gt;&lt;mi&gt;n&lt;/mi&gt;&lt;mo&gt;-&lt;/mo&gt;&lt;mn&gt;1&lt;/mn&gt;&lt;/mtd&gt;&lt;/mtr&gt;&lt;mtr&gt;&lt;mtd&gt;&lt;mi&gt;n&lt;/mi&gt;&lt;mo&gt;-&lt;/mo&gt;&lt;mo&gt;|&lt;/mo&gt;&lt;mi&gt;S&lt;/mi&gt;&lt;mo&gt;|&lt;/mo&gt;&lt;mo&gt;-&lt;/mo&gt;&lt;mn&gt;1&lt;/mn&gt;&lt;/mtd&gt;&lt;/mtr&gt;&lt;/mtable&gt;&lt;/mfenced&gt;&lt;mrow&gt;&lt;mo&gt;-&lt;/mo&gt;&lt;mn&gt;1&lt;/mn&gt;&lt;/mrow&gt;&lt;/msup&gt;&lt;mfenced&gt;&lt;mrow&gt;&lt;mi&gt;v&lt;/mi&gt;&lt;mfenced&gt;&lt;mrow&gt;&lt;mi&gt;S&lt;/mi&gt;&lt;mo&gt;&amp;#x222A;&lt;/mo&gt;&lt;mfenced open=\&quot;{\&quot; close=\&quot;}\&quot;&gt;&lt;mi&gt;i&lt;/mi&gt;&lt;/mfenced&gt;&lt;/mrow&gt;&lt;/mfenced&gt;&lt;mo&gt;-&lt;/mo&gt;&lt;mi&gt;v&lt;/mi&gt;&lt;mfenced&gt;&lt;mi&gt;S&lt;/mi&gt;&lt;/mfenced&gt;&lt;/mrow&gt;&lt;/mfenced&gt;&lt;/mstyle&gt;&lt;/math&gt;&quot;,&quot;truncated&quot;:false}" id="3169" name="Google Shape;3169;p56" title="ϕ subscript i open parentheses v close parentheses equals 1 over n sum for S subset of or equal to N backslash open curly brackets i close curly brackets of open parentheses table row cell n minus 1 end cell row cell n minus vertical line S vertical line minus 1 end cell end table close parentheses to the power of negative 1 end exponent open parentheses v open parentheses S union open curly brackets i close curly brackets close parentheses minus v open parentheses S close parentheses close parenthes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795" y="1705011"/>
            <a:ext cx="4742859" cy="6140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&amp;#x3D5;&lt;/mi&gt;&lt;mi&gt;i&lt;/mi&gt;&lt;/msub&gt;&lt;mfenced&gt;&lt;mi&gt;v&lt;/mi&gt;&lt;/mfenced&gt;&lt;mo&gt;=&lt;/mo&gt;&lt;munder&gt;&lt;mo&gt;&amp;#x2211;&lt;/mo&gt;&lt;mrow&gt;&lt;mi&gt;S&lt;/mi&gt;&lt;mo&gt;&amp;#x2286;&lt;/mo&gt;&lt;mi&gt;N&lt;/mi&gt;&lt;mo&gt;\\&lt;/mo&gt;&lt;mfenced open=\&quot;{\&quot; close=\&quot;}\&quot;&gt;&lt;mi&gt;i&lt;/mi&gt;&lt;/mfenced&gt;&lt;/mrow&gt;&lt;/munder&gt;&lt;mfenced&gt;&lt;mfrac&gt;&lt;mrow&gt;&lt;mo&gt;|&lt;/mo&gt;&lt;mi&gt;S&lt;/mi&gt;&lt;mo&gt;|&lt;/mo&gt;&lt;mo&gt;!&lt;/mo&gt;&lt;mfenced&gt;&lt;mrow&gt;&lt;mi&gt;n&lt;/mi&gt;&lt;mo&gt;-&lt;/mo&gt;&lt;mo&gt;|&lt;/mo&gt;&lt;mi&gt;S&lt;/mi&gt;&lt;mo&gt;|&lt;/mo&gt;&lt;mo&gt;-&lt;/mo&gt;&lt;mn&gt;1&lt;/mn&gt;&lt;/mrow&gt;&lt;/mfenced&gt;&lt;mo&gt;!&lt;/mo&gt;&lt;/mrow&gt;&lt;mrow&gt;&lt;mi&gt;n&lt;/mi&gt;&lt;mo&gt;!&lt;/mo&gt;&lt;/mrow&gt;&lt;/mfrac&gt;&lt;/mfenced&gt;&lt;mfenced&gt;&lt;mrow&gt;&lt;mi&gt;v&lt;/mi&gt;&lt;mfenced&gt;&lt;mrow&gt;&lt;mi&gt;S&lt;/mi&gt;&lt;mo&gt;&amp;#x222A;&lt;/mo&gt;&lt;mfenced open=\&quot;{\&quot; close=\&quot;}\&quot;&gt;&lt;mi&gt;i&lt;/mi&gt;&lt;/mfenced&gt;&lt;/mrow&gt;&lt;/mfenced&gt;&lt;mo&gt;-&lt;/mo&gt;&lt;mi&gt;v&lt;/mi&gt;&lt;mfenced&gt;&lt;mi&gt;S&lt;/mi&gt;&lt;/mfenced&gt;&lt;/mrow&gt;&lt;/mfenced&gt;&lt;/mstyle&gt;&lt;/math&gt;&quot;,&quot;truncated&quot;:false}" id="3170" name="Google Shape;3170;p56" title="ϕ subscript i open parentheses v close parentheses equals sum for S subset of or equal to N backslash open curly brackets i close curly brackets of open parentheses fraction numerator vertical line S vertical line factorial open parentheses n minus vertical line S vertical line minus 1 close parentheses factorial over denominator n factorial end fraction close parentheses open parentheses v open parentheses S union open curly brackets i close curly brackets close parentheses minus v open parentheses S close parentheses close parenthes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3626" y="2703271"/>
            <a:ext cx="5013198" cy="566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4" name="Shape 3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" name="Google Shape;3175;p57"/>
          <p:cNvSpPr txBox="1"/>
          <p:nvPr>
            <p:ph type="title"/>
          </p:nvPr>
        </p:nvSpPr>
        <p:spPr>
          <a:xfrm>
            <a:off x="720000" y="539500"/>
            <a:ext cx="393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3176" name="Google Shape;3176;p57"/>
          <p:cNvSpPr txBox="1"/>
          <p:nvPr>
            <p:ph idx="7" type="subTitle"/>
          </p:nvPr>
        </p:nvSpPr>
        <p:spPr>
          <a:xfrm>
            <a:off x="520788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</a:t>
            </a:r>
            <a:endParaRPr/>
          </a:p>
        </p:txBody>
      </p:sp>
      <p:sp>
        <p:nvSpPr>
          <p:cNvPr id="3177" name="Google Shape;3177;p57"/>
          <p:cNvSpPr txBox="1"/>
          <p:nvPr>
            <p:ph idx="8" type="subTitle"/>
          </p:nvPr>
        </p:nvSpPr>
        <p:spPr>
          <a:xfrm>
            <a:off x="2506795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3178" name="Google Shape;3178;p57"/>
          <p:cNvSpPr txBox="1"/>
          <p:nvPr>
            <p:ph idx="9" type="subTitle"/>
          </p:nvPr>
        </p:nvSpPr>
        <p:spPr>
          <a:xfrm>
            <a:off x="4492803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3179" name="Google Shape;3179;p57"/>
          <p:cNvSpPr txBox="1"/>
          <p:nvPr>
            <p:ph idx="9" type="subTitle"/>
          </p:nvPr>
        </p:nvSpPr>
        <p:spPr>
          <a:xfrm>
            <a:off x="6478811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Charlemagne</a:t>
            </a:r>
            <a:endParaRPr/>
          </a:p>
        </p:txBody>
      </p:sp>
      <p:sp>
        <p:nvSpPr>
          <p:cNvPr id="3180" name="Google Shape;3180;p57"/>
          <p:cNvSpPr txBox="1"/>
          <p:nvPr>
            <p:ph idx="7" type="subTitle"/>
          </p:nvPr>
        </p:nvSpPr>
        <p:spPr>
          <a:xfrm>
            <a:off x="520788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</a:t>
            </a:r>
            <a:endParaRPr/>
          </a:p>
        </p:txBody>
      </p:sp>
      <p:sp>
        <p:nvSpPr>
          <p:cNvPr id="3181" name="Google Shape;3181;p57"/>
          <p:cNvSpPr txBox="1"/>
          <p:nvPr>
            <p:ph idx="8" type="subTitle"/>
          </p:nvPr>
        </p:nvSpPr>
        <p:spPr>
          <a:xfrm>
            <a:off x="2506795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</a:t>
            </a:r>
            <a:endParaRPr/>
          </a:p>
        </p:txBody>
      </p:sp>
      <p:sp>
        <p:nvSpPr>
          <p:cNvPr id="3182" name="Google Shape;3182;p57"/>
          <p:cNvSpPr txBox="1"/>
          <p:nvPr>
            <p:ph idx="9" type="subTitle"/>
          </p:nvPr>
        </p:nvSpPr>
        <p:spPr>
          <a:xfrm>
            <a:off x="4492803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C</a:t>
            </a:r>
            <a:endParaRPr/>
          </a:p>
        </p:txBody>
      </p:sp>
      <p:sp>
        <p:nvSpPr>
          <p:cNvPr id="3183" name="Google Shape;3183;p57"/>
          <p:cNvSpPr txBox="1"/>
          <p:nvPr>
            <p:ph idx="9" type="subTitle"/>
          </p:nvPr>
        </p:nvSpPr>
        <p:spPr>
          <a:xfrm>
            <a:off x="6478811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 C</a:t>
            </a:r>
            <a:endParaRPr/>
          </a:p>
        </p:txBody>
      </p:sp>
      <p:sp>
        <p:nvSpPr>
          <p:cNvPr id="3184" name="Google Shape;3184;p57"/>
          <p:cNvSpPr txBox="1"/>
          <p:nvPr/>
        </p:nvSpPr>
        <p:spPr>
          <a:xfrm>
            <a:off x="3156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85" name="Google Shape;3185;p57"/>
          <p:cNvSpPr txBox="1"/>
          <p:nvPr/>
        </p:nvSpPr>
        <p:spPr>
          <a:xfrm>
            <a:off x="1170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86" name="Google Shape;3186;p57"/>
          <p:cNvSpPr txBox="1"/>
          <p:nvPr/>
        </p:nvSpPr>
        <p:spPr>
          <a:xfrm>
            <a:off x="5142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87" name="Google Shape;3187;p57"/>
          <p:cNvSpPr txBox="1"/>
          <p:nvPr/>
        </p:nvSpPr>
        <p:spPr>
          <a:xfrm>
            <a:off x="7128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88" name="Google Shape;3188;p57"/>
          <p:cNvSpPr txBox="1"/>
          <p:nvPr/>
        </p:nvSpPr>
        <p:spPr>
          <a:xfrm>
            <a:off x="3156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89" name="Google Shape;3189;p57"/>
          <p:cNvSpPr txBox="1"/>
          <p:nvPr/>
        </p:nvSpPr>
        <p:spPr>
          <a:xfrm>
            <a:off x="1170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90" name="Google Shape;3190;p57"/>
          <p:cNvSpPr txBox="1"/>
          <p:nvPr/>
        </p:nvSpPr>
        <p:spPr>
          <a:xfrm>
            <a:off x="5142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91" name="Google Shape;3191;p57"/>
          <p:cNvSpPr txBox="1"/>
          <p:nvPr/>
        </p:nvSpPr>
        <p:spPr>
          <a:xfrm>
            <a:off x="7128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92" name="Google Shape;3192;p57"/>
          <p:cNvSpPr txBox="1"/>
          <p:nvPr>
            <p:ph type="title"/>
          </p:nvPr>
        </p:nvSpPr>
        <p:spPr>
          <a:xfrm>
            <a:off x="4603500" y="539500"/>
            <a:ext cx="39312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Alice: 0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Bob: 0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Charlemagne: 1 </a:t>
            </a:r>
            <a:endParaRPr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p58"/>
          <p:cNvSpPr txBox="1"/>
          <p:nvPr>
            <p:ph type="title"/>
          </p:nvPr>
        </p:nvSpPr>
        <p:spPr>
          <a:xfrm>
            <a:off x="720000" y="539500"/>
            <a:ext cx="393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</a:t>
            </a:r>
            <a:endParaRPr/>
          </a:p>
        </p:txBody>
      </p:sp>
      <p:sp>
        <p:nvSpPr>
          <p:cNvPr id="3198" name="Google Shape;3198;p58"/>
          <p:cNvSpPr txBox="1"/>
          <p:nvPr>
            <p:ph idx="7" type="subTitle"/>
          </p:nvPr>
        </p:nvSpPr>
        <p:spPr>
          <a:xfrm>
            <a:off x="520788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</a:t>
            </a:r>
            <a:endParaRPr/>
          </a:p>
        </p:txBody>
      </p:sp>
      <p:sp>
        <p:nvSpPr>
          <p:cNvPr id="3199" name="Google Shape;3199;p58"/>
          <p:cNvSpPr txBox="1"/>
          <p:nvPr>
            <p:ph idx="8" type="subTitle"/>
          </p:nvPr>
        </p:nvSpPr>
        <p:spPr>
          <a:xfrm>
            <a:off x="2506795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3200" name="Google Shape;3200;p58"/>
          <p:cNvSpPr txBox="1"/>
          <p:nvPr>
            <p:ph idx="9" type="subTitle"/>
          </p:nvPr>
        </p:nvSpPr>
        <p:spPr>
          <a:xfrm>
            <a:off x="4492803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3201" name="Google Shape;3201;p58"/>
          <p:cNvSpPr txBox="1"/>
          <p:nvPr>
            <p:ph idx="9" type="subTitle"/>
          </p:nvPr>
        </p:nvSpPr>
        <p:spPr>
          <a:xfrm>
            <a:off x="6478811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Charlemagne</a:t>
            </a:r>
            <a:endParaRPr/>
          </a:p>
        </p:txBody>
      </p:sp>
      <p:sp>
        <p:nvSpPr>
          <p:cNvPr id="3202" name="Google Shape;3202;p58"/>
          <p:cNvSpPr txBox="1"/>
          <p:nvPr>
            <p:ph idx="7" type="subTitle"/>
          </p:nvPr>
        </p:nvSpPr>
        <p:spPr>
          <a:xfrm>
            <a:off x="520788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</a:t>
            </a:r>
            <a:endParaRPr/>
          </a:p>
        </p:txBody>
      </p:sp>
      <p:sp>
        <p:nvSpPr>
          <p:cNvPr id="3203" name="Google Shape;3203;p58"/>
          <p:cNvSpPr txBox="1"/>
          <p:nvPr>
            <p:ph idx="8" type="subTitle"/>
          </p:nvPr>
        </p:nvSpPr>
        <p:spPr>
          <a:xfrm>
            <a:off x="2506795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</a:t>
            </a:r>
            <a:endParaRPr/>
          </a:p>
        </p:txBody>
      </p:sp>
      <p:sp>
        <p:nvSpPr>
          <p:cNvPr id="3204" name="Google Shape;3204;p58"/>
          <p:cNvSpPr txBox="1"/>
          <p:nvPr>
            <p:ph idx="9" type="subTitle"/>
          </p:nvPr>
        </p:nvSpPr>
        <p:spPr>
          <a:xfrm>
            <a:off x="4492803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C</a:t>
            </a:r>
            <a:endParaRPr/>
          </a:p>
        </p:txBody>
      </p:sp>
      <p:sp>
        <p:nvSpPr>
          <p:cNvPr id="3205" name="Google Shape;3205;p58"/>
          <p:cNvSpPr txBox="1"/>
          <p:nvPr>
            <p:ph idx="9" type="subTitle"/>
          </p:nvPr>
        </p:nvSpPr>
        <p:spPr>
          <a:xfrm>
            <a:off x="6478811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 C</a:t>
            </a:r>
            <a:endParaRPr/>
          </a:p>
        </p:txBody>
      </p:sp>
      <p:sp>
        <p:nvSpPr>
          <p:cNvPr id="3206" name="Google Shape;3206;p58"/>
          <p:cNvSpPr txBox="1"/>
          <p:nvPr/>
        </p:nvSpPr>
        <p:spPr>
          <a:xfrm>
            <a:off x="3156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07" name="Google Shape;3207;p58"/>
          <p:cNvSpPr txBox="1"/>
          <p:nvPr/>
        </p:nvSpPr>
        <p:spPr>
          <a:xfrm>
            <a:off x="1170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08" name="Google Shape;3208;p58"/>
          <p:cNvSpPr txBox="1"/>
          <p:nvPr/>
        </p:nvSpPr>
        <p:spPr>
          <a:xfrm>
            <a:off x="5142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09" name="Google Shape;3209;p58"/>
          <p:cNvSpPr txBox="1"/>
          <p:nvPr/>
        </p:nvSpPr>
        <p:spPr>
          <a:xfrm>
            <a:off x="7128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10" name="Google Shape;3210;p58"/>
          <p:cNvSpPr txBox="1"/>
          <p:nvPr/>
        </p:nvSpPr>
        <p:spPr>
          <a:xfrm>
            <a:off x="3156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11" name="Google Shape;3211;p58"/>
          <p:cNvSpPr txBox="1"/>
          <p:nvPr/>
        </p:nvSpPr>
        <p:spPr>
          <a:xfrm>
            <a:off x="1170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12" name="Google Shape;3212;p58"/>
          <p:cNvSpPr txBox="1"/>
          <p:nvPr/>
        </p:nvSpPr>
        <p:spPr>
          <a:xfrm>
            <a:off x="5142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13" name="Google Shape;3213;p58"/>
          <p:cNvSpPr txBox="1"/>
          <p:nvPr/>
        </p:nvSpPr>
        <p:spPr>
          <a:xfrm>
            <a:off x="7128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14" name="Google Shape;3214;p58"/>
          <p:cNvSpPr txBox="1"/>
          <p:nvPr>
            <p:ph type="title"/>
          </p:nvPr>
        </p:nvSpPr>
        <p:spPr>
          <a:xfrm>
            <a:off x="4603500" y="539500"/>
            <a:ext cx="39312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Alice: ⅓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Bob: ⅓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Charlemagne: ⅓  </a:t>
            </a:r>
            <a:endParaRPr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8" name="Shape 3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9" name="Google Shape;3219;p59"/>
          <p:cNvSpPr txBox="1"/>
          <p:nvPr>
            <p:ph type="title"/>
          </p:nvPr>
        </p:nvSpPr>
        <p:spPr>
          <a:xfrm>
            <a:off x="720000" y="539500"/>
            <a:ext cx="393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</a:t>
            </a:r>
            <a:endParaRPr/>
          </a:p>
        </p:txBody>
      </p:sp>
      <p:sp>
        <p:nvSpPr>
          <p:cNvPr id="3220" name="Google Shape;3220;p59"/>
          <p:cNvSpPr txBox="1"/>
          <p:nvPr>
            <p:ph idx="7" type="subTitle"/>
          </p:nvPr>
        </p:nvSpPr>
        <p:spPr>
          <a:xfrm>
            <a:off x="520788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</a:t>
            </a:r>
            <a:endParaRPr/>
          </a:p>
        </p:txBody>
      </p:sp>
      <p:sp>
        <p:nvSpPr>
          <p:cNvPr id="3221" name="Google Shape;3221;p59"/>
          <p:cNvSpPr txBox="1"/>
          <p:nvPr>
            <p:ph idx="8" type="subTitle"/>
          </p:nvPr>
        </p:nvSpPr>
        <p:spPr>
          <a:xfrm>
            <a:off x="2506795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3222" name="Google Shape;3222;p59"/>
          <p:cNvSpPr txBox="1"/>
          <p:nvPr>
            <p:ph idx="9" type="subTitle"/>
          </p:nvPr>
        </p:nvSpPr>
        <p:spPr>
          <a:xfrm>
            <a:off x="4492803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3223" name="Google Shape;3223;p59"/>
          <p:cNvSpPr txBox="1"/>
          <p:nvPr>
            <p:ph idx="9" type="subTitle"/>
          </p:nvPr>
        </p:nvSpPr>
        <p:spPr>
          <a:xfrm>
            <a:off x="6478811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Charlemagne</a:t>
            </a:r>
            <a:endParaRPr/>
          </a:p>
        </p:txBody>
      </p:sp>
      <p:sp>
        <p:nvSpPr>
          <p:cNvPr id="3224" name="Google Shape;3224;p59"/>
          <p:cNvSpPr txBox="1"/>
          <p:nvPr>
            <p:ph idx="7" type="subTitle"/>
          </p:nvPr>
        </p:nvSpPr>
        <p:spPr>
          <a:xfrm>
            <a:off x="520788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</a:t>
            </a:r>
            <a:endParaRPr/>
          </a:p>
        </p:txBody>
      </p:sp>
      <p:sp>
        <p:nvSpPr>
          <p:cNvPr id="3225" name="Google Shape;3225;p59"/>
          <p:cNvSpPr txBox="1"/>
          <p:nvPr>
            <p:ph idx="8" type="subTitle"/>
          </p:nvPr>
        </p:nvSpPr>
        <p:spPr>
          <a:xfrm>
            <a:off x="2506795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</a:t>
            </a:r>
            <a:endParaRPr/>
          </a:p>
        </p:txBody>
      </p:sp>
      <p:sp>
        <p:nvSpPr>
          <p:cNvPr id="3226" name="Google Shape;3226;p59"/>
          <p:cNvSpPr txBox="1"/>
          <p:nvPr>
            <p:ph idx="9" type="subTitle"/>
          </p:nvPr>
        </p:nvSpPr>
        <p:spPr>
          <a:xfrm>
            <a:off x="4492803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C</a:t>
            </a:r>
            <a:endParaRPr/>
          </a:p>
        </p:txBody>
      </p:sp>
      <p:sp>
        <p:nvSpPr>
          <p:cNvPr id="3227" name="Google Shape;3227;p59"/>
          <p:cNvSpPr txBox="1"/>
          <p:nvPr>
            <p:ph idx="9" type="subTitle"/>
          </p:nvPr>
        </p:nvSpPr>
        <p:spPr>
          <a:xfrm>
            <a:off x="6478811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 C</a:t>
            </a:r>
            <a:endParaRPr/>
          </a:p>
        </p:txBody>
      </p:sp>
      <p:sp>
        <p:nvSpPr>
          <p:cNvPr id="3228" name="Google Shape;3228;p59"/>
          <p:cNvSpPr txBox="1"/>
          <p:nvPr/>
        </p:nvSpPr>
        <p:spPr>
          <a:xfrm>
            <a:off x="3156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29" name="Google Shape;3229;p59"/>
          <p:cNvSpPr txBox="1"/>
          <p:nvPr/>
        </p:nvSpPr>
        <p:spPr>
          <a:xfrm>
            <a:off x="1170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30" name="Google Shape;3230;p59"/>
          <p:cNvSpPr txBox="1"/>
          <p:nvPr/>
        </p:nvSpPr>
        <p:spPr>
          <a:xfrm>
            <a:off x="5142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31" name="Google Shape;3231;p59"/>
          <p:cNvSpPr txBox="1"/>
          <p:nvPr/>
        </p:nvSpPr>
        <p:spPr>
          <a:xfrm>
            <a:off x="7128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32" name="Google Shape;3232;p59"/>
          <p:cNvSpPr txBox="1"/>
          <p:nvPr/>
        </p:nvSpPr>
        <p:spPr>
          <a:xfrm>
            <a:off x="3156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33" name="Google Shape;3233;p59"/>
          <p:cNvSpPr txBox="1"/>
          <p:nvPr/>
        </p:nvSpPr>
        <p:spPr>
          <a:xfrm>
            <a:off x="1170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34" name="Google Shape;3234;p59"/>
          <p:cNvSpPr txBox="1"/>
          <p:nvPr/>
        </p:nvSpPr>
        <p:spPr>
          <a:xfrm>
            <a:off x="5142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35" name="Google Shape;3235;p59"/>
          <p:cNvSpPr txBox="1"/>
          <p:nvPr/>
        </p:nvSpPr>
        <p:spPr>
          <a:xfrm>
            <a:off x="7128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36" name="Google Shape;3236;p59"/>
          <p:cNvSpPr txBox="1"/>
          <p:nvPr>
            <p:ph type="title"/>
          </p:nvPr>
        </p:nvSpPr>
        <p:spPr>
          <a:xfrm>
            <a:off x="4603500" y="539500"/>
            <a:ext cx="39312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Alice: ⅓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Bob: ⅓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Charlemagne: -⅔ </a:t>
            </a:r>
            <a:endParaRPr sz="1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0" name="Shape 3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Google Shape;3241;p60"/>
          <p:cNvSpPr txBox="1"/>
          <p:nvPr>
            <p:ph type="title"/>
          </p:nvPr>
        </p:nvSpPr>
        <p:spPr>
          <a:xfrm>
            <a:off x="720000" y="539500"/>
            <a:ext cx="393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4</a:t>
            </a:r>
            <a:endParaRPr/>
          </a:p>
        </p:txBody>
      </p:sp>
      <p:sp>
        <p:nvSpPr>
          <p:cNvPr id="3242" name="Google Shape;3242;p60"/>
          <p:cNvSpPr txBox="1"/>
          <p:nvPr>
            <p:ph idx="7" type="subTitle"/>
          </p:nvPr>
        </p:nvSpPr>
        <p:spPr>
          <a:xfrm>
            <a:off x="520788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</a:t>
            </a:r>
            <a:endParaRPr/>
          </a:p>
        </p:txBody>
      </p:sp>
      <p:sp>
        <p:nvSpPr>
          <p:cNvPr id="3243" name="Google Shape;3243;p60"/>
          <p:cNvSpPr txBox="1"/>
          <p:nvPr>
            <p:ph idx="8" type="subTitle"/>
          </p:nvPr>
        </p:nvSpPr>
        <p:spPr>
          <a:xfrm>
            <a:off x="2506795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3244" name="Google Shape;3244;p60"/>
          <p:cNvSpPr txBox="1"/>
          <p:nvPr>
            <p:ph idx="9" type="subTitle"/>
          </p:nvPr>
        </p:nvSpPr>
        <p:spPr>
          <a:xfrm>
            <a:off x="4492803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3245" name="Google Shape;3245;p60"/>
          <p:cNvSpPr txBox="1"/>
          <p:nvPr>
            <p:ph idx="9" type="subTitle"/>
          </p:nvPr>
        </p:nvSpPr>
        <p:spPr>
          <a:xfrm>
            <a:off x="6478811" y="1483275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Charlemagne</a:t>
            </a:r>
            <a:endParaRPr/>
          </a:p>
        </p:txBody>
      </p:sp>
      <p:sp>
        <p:nvSpPr>
          <p:cNvPr id="3246" name="Google Shape;3246;p60"/>
          <p:cNvSpPr txBox="1"/>
          <p:nvPr>
            <p:ph idx="7" type="subTitle"/>
          </p:nvPr>
        </p:nvSpPr>
        <p:spPr>
          <a:xfrm>
            <a:off x="520788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</a:t>
            </a:r>
            <a:endParaRPr/>
          </a:p>
        </p:txBody>
      </p:sp>
      <p:sp>
        <p:nvSpPr>
          <p:cNvPr id="3247" name="Google Shape;3247;p60"/>
          <p:cNvSpPr txBox="1"/>
          <p:nvPr>
            <p:ph idx="8" type="subTitle"/>
          </p:nvPr>
        </p:nvSpPr>
        <p:spPr>
          <a:xfrm>
            <a:off x="2506795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</a:t>
            </a:r>
            <a:endParaRPr/>
          </a:p>
        </p:txBody>
      </p:sp>
      <p:sp>
        <p:nvSpPr>
          <p:cNvPr id="3248" name="Google Shape;3248;p60"/>
          <p:cNvSpPr txBox="1"/>
          <p:nvPr>
            <p:ph idx="9" type="subTitle"/>
          </p:nvPr>
        </p:nvSpPr>
        <p:spPr>
          <a:xfrm>
            <a:off x="4492803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C</a:t>
            </a:r>
            <a:endParaRPr/>
          </a:p>
        </p:txBody>
      </p:sp>
      <p:sp>
        <p:nvSpPr>
          <p:cNvPr id="3249" name="Google Shape;3249;p60"/>
          <p:cNvSpPr txBox="1"/>
          <p:nvPr>
            <p:ph idx="9" type="subTitle"/>
          </p:nvPr>
        </p:nvSpPr>
        <p:spPr>
          <a:xfrm>
            <a:off x="6478811" y="2723350"/>
            <a:ext cx="2144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 C</a:t>
            </a:r>
            <a:endParaRPr/>
          </a:p>
        </p:txBody>
      </p:sp>
      <p:sp>
        <p:nvSpPr>
          <p:cNvPr id="3250" name="Google Shape;3250;p60"/>
          <p:cNvSpPr txBox="1"/>
          <p:nvPr/>
        </p:nvSpPr>
        <p:spPr>
          <a:xfrm>
            <a:off x="3156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51" name="Google Shape;3251;p60"/>
          <p:cNvSpPr txBox="1"/>
          <p:nvPr/>
        </p:nvSpPr>
        <p:spPr>
          <a:xfrm>
            <a:off x="1170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52" name="Google Shape;3252;p60"/>
          <p:cNvSpPr txBox="1"/>
          <p:nvPr/>
        </p:nvSpPr>
        <p:spPr>
          <a:xfrm>
            <a:off x="5142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53" name="Google Shape;3253;p60"/>
          <p:cNvSpPr txBox="1"/>
          <p:nvPr/>
        </p:nvSpPr>
        <p:spPr>
          <a:xfrm>
            <a:off x="7128900" y="1839850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54" name="Google Shape;3254;p60"/>
          <p:cNvSpPr txBox="1"/>
          <p:nvPr/>
        </p:nvSpPr>
        <p:spPr>
          <a:xfrm>
            <a:off x="3156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55" name="Google Shape;3255;p60"/>
          <p:cNvSpPr txBox="1"/>
          <p:nvPr/>
        </p:nvSpPr>
        <p:spPr>
          <a:xfrm>
            <a:off x="1170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56" name="Google Shape;3256;p60"/>
          <p:cNvSpPr txBox="1"/>
          <p:nvPr/>
        </p:nvSpPr>
        <p:spPr>
          <a:xfrm>
            <a:off x="5142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❌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57" name="Google Shape;3257;p60"/>
          <p:cNvSpPr txBox="1"/>
          <p:nvPr/>
        </p:nvSpPr>
        <p:spPr>
          <a:xfrm>
            <a:off x="7128900" y="3079875"/>
            <a:ext cx="8442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✅</a:t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58" name="Google Shape;3258;p60"/>
          <p:cNvSpPr txBox="1"/>
          <p:nvPr>
            <p:ph type="title"/>
          </p:nvPr>
        </p:nvSpPr>
        <p:spPr>
          <a:xfrm>
            <a:off x="4603500" y="539500"/>
            <a:ext cx="39312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Alice: ⅔ 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Bob: ⅓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Charlemagne: ⅓ </a:t>
            </a:r>
            <a:endParaRPr sz="1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2" name="Shape 3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3" name="Google Shape;3263;p61"/>
          <p:cNvSpPr txBox="1"/>
          <p:nvPr>
            <p:ph type="ctrTitle"/>
          </p:nvPr>
        </p:nvSpPr>
        <p:spPr>
          <a:xfrm>
            <a:off x="790300" y="713550"/>
            <a:ext cx="5199000" cy="218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Thank you!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Questions?</a:t>
            </a:r>
            <a:endParaRPr sz="3800"/>
          </a:p>
        </p:txBody>
      </p:sp>
      <p:sp>
        <p:nvSpPr>
          <p:cNvPr id="3264" name="Google Shape;3264;p61"/>
          <p:cNvSpPr txBox="1"/>
          <p:nvPr>
            <p:ph idx="1" type="subTitle"/>
          </p:nvPr>
        </p:nvSpPr>
        <p:spPr>
          <a:xfrm>
            <a:off x="790300" y="2902348"/>
            <a:ext cx="23781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Elan Roth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Mentor: Ryan Brill</a:t>
            </a:r>
            <a:endParaRPr/>
          </a:p>
        </p:txBody>
      </p:sp>
      <p:grpSp>
        <p:nvGrpSpPr>
          <p:cNvPr id="3265" name="Google Shape;3265;p61"/>
          <p:cNvGrpSpPr/>
          <p:nvPr/>
        </p:nvGrpSpPr>
        <p:grpSpPr>
          <a:xfrm>
            <a:off x="5334000" y="2325843"/>
            <a:ext cx="3810000" cy="2254900"/>
            <a:chOff x="2287428" y="526446"/>
            <a:chExt cx="7620000" cy="4509801"/>
          </a:xfrm>
        </p:grpSpPr>
        <p:sp>
          <p:nvSpPr>
            <p:cNvPr id="3266" name="Google Shape;3266;p61"/>
            <p:cNvSpPr/>
            <p:nvPr/>
          </p:nvSpPr>
          <p:spPr>
            <a:xfrm>
              <a:off x="2287428" y="526446"/>
              <a:ext cx="7620000" cy="4509801"/>
            </a:xfrm>
            <a:custGeom>
              <a:rect b="b" l="l" r="r" t="t"/>
              <a:pathLst>
                <a:path extrusionOk="0" h="4509801" w="7620000">
                  <a:moveTo>
                    <a:pt x="0" y="4509802"/>
                  </a:moveTo>
                  <a:lnTo>
                    <a:pt x="990314" y="3328702"/>
                  </a:lnTo>
                  <a:lnTo>
                    <a:pt x="1576102" y="3471672"/>
                  </a:lnTo>
                  <a:lnTo>
                    <a:pt x="2812733" y="2571560"/>
                  </a:lnTo>
                  <a:lnTo>
                    <a:pt x="3550635" y="2938272"/>
                  </a:lnTo>
                  <a:lnTo>
                    <a:pt x="4511802" y="1857280"/>
                  </a:lnTo>
                  <a:lnTo>
                    <a:pt x="5519261" y="1881283"/>
                  </a:lnTo>
                  <a:lnTo>
                    <a:pt x="6905054" y="1204817"/>
                  </a:lnTo>
                  <a:lnTo>
                    <a:pt x="7620000" y="0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7" name="Google Shape;3267;p61"/>
            <p:cNvSpPr/>
            <p:nvPr/>
          </p:nvSpPr>
          <p:spPr>
            <a:xfrm>
              <a:off x="3773138" y="39077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8" name="Google Shape;3268;p61"/>
            <p:cNvSpPr/>
            <p:nvPr/>
          </p:nvSpPr>
          <p:spPr>
            <a:xfrm>
              <a:off x="5744813" y="3374326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8"/>
                    <a:pt x="92869" y="185738"/>
                  </a:cubicBezTo>
                  <a:cubicBezTo>
                    <a:pt x="41579" y="185738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9" name="Google Shape;3269;p61"/>
            <p:cNvSpPr/>
            <p:nvPr/>
          </p:nvSpPr>
          <p:spPr>
            <a:xfrm>
              <a:off x="7716488" y="2317051"/>
              <a:ext cx="185737" cy="185737"/>
            </a:xfrm>
            <a:custGeom>
              <a:rect b="b" l="l" r="r" t="t"/>
              <a:pathLst>
                <a:path extrusionOk="0" h="185737" w="185737">
                  <a:moveTo>
                    <a:pt x="185738" y="92869"/>
                  </a:moveTo>
                  <a:cubicBezTo>
                    <a:pt x="185738" y="144159"/>
                    <a:pt x="144159" y="185737"/>
                    <a:pt x="92869" y="185737"/>
                  </a:cubicBezTo>
                  <a:cubicBezTo>
                    <a:pt x="41579" y="185737"/>
                    <a:pt x="0" y="144159"/>
                    <a:pt x="0" y="92869"/>
                  </a:cubicBezTo>
                  <a:cubicBezTo>
                    <a:pt x="0" y="41579"/>
                    <a:pt x="41579" y="0"/>
                    <a:pt x="92869" y="0"/>
                  </a:cubicBezTo>
                  <a:cubicBezTo>
                    <a:pt x="144159" y="0"/>
                    <a:pt x="185738" y="41579"/>
                    <a:pt x="185738" y="92869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0" name="Google Shape;3270;p61"/>
            <p:cNvSpPr/>
            <p:nvPr/>
          </p:nvSpPr>
          <p:spPr>
            <a:xfrm rot="-2700000">
              <a:off x="9128498" y="1671953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1" name="Google Shape;3271;p61"/>
            <p:cNvSpPr/>
            <p:nvPr/>
          </p:nvSpPr>
          <p:spPr>
            <a:xfrm rot="-2700000">
              <a:off x="6747282" y="2329246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2" name="Google Shape;3272;p61"/>
            <p:cNvSpPr/>
            <p:nvPr/>
          </p:nvSpPr>
          <p:spPr>
            <a:xfrm rot="-2700000">
              <a:off x="5042248" y="3034077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3" name="Google Shape;3273;p61"/>
            <p:cNvSpPr/>
            <p:nvPr/>
          </p:nvSpPr>
          <p:spPr>
            <a:xfrm rot="-2700000">
              <a:off x="3222984" y="3796039"/>
              <a:ext cx="119701" cy="119701"/>
            </a:xfrm>
            <a:custGeom>
              <a:rect b="b" l="l" r="r" t="t"/>
              <a:pathLst>
                <a:path extrusionOk="0" h="119634" w="119634">
                  <a:moveTo>
                    <a:pt x="0" y="0"/>
                  </a:moveTo>
                  <a:lnTo>
                    <a:pt x="119634" y="0"/>
                  </a:lnTo>
                  <a:lnTo>
                    <a:pt x="119634" y="119634"/>
                  </a:lnTo>
                  <a:lnTo>
                    <a:pt x="0" y="119634"/>
                  </a:lnTo>
                  <a:close/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4" name="Google Shape;3274;p61"/>
          <p:cNvGrpSpPr/>
          <p:nvPr/>
        </p:nvGrpSpPr>
        <p:grpSpPr>
          <a:xfrm>
            <a:off x="5334000" y="3355200"/>
            <a:ext cx="3811200" cy="1884317"/>
            <a:chOff x="5334000" y="3355200"/>
            <a:chExt cx="3811200" cy="1884317"/>
          </a:xfrm>
        </p:grpSpPr>
        <p:pic>
          <p:nvPicPr>
            <p:cNvPr id="3275" name="Google Shape;3275;p61"/>
            <p:cNvPicPr preferRelativeResize="0"/>
            <p:nvPr/>
          </p:nvPicPr>
          <p:blipFill rotWithShape="1">
            <a:blip r:embed="rId3">
              <a:alphaModFix/>
            </a:blip>
            <a:srcRect b="11855" l="0" r="0" t="0"/>
            <a:stretch/>
          </p:blipFill>
          <p:spPr>
            <a:xfrm>
              <a:off x="5335200" y="3355200"/>
              <a:ext cx="3810000" cy="1788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76" name="Google Shape;3276;p61"/>
            <p:cNvGrpSpPr/>
            <p:nvPr/>
          </p:nvGrpSpPr>
          <p:grpSpPr>
            <a:xfrm>
              <a:off x="5334000" y="3721852"/>
              <a:ext cx="3810000" cy="1517665"/>
              <a:chOff x="2287428" y="3290125"/>
              <a:chExt cx="7620000" cy="3035331"/>
            </a:xfrm>
          </p:grpSpPr>
          <p:sp>
            <p:nvSpPr>
              <p:cNvPr id="3277" name="Google Shape;3277;p61"/>
              <p:cNvSpPr/>
              <p:nvPr/>
            </p:nvSpPr>
            <p:spPr>
              <a:xfrm>
                <a:off x="2287428" y="3290125"/>
                <a:ext cx="7620000" cy="3035331"/>
              </a:xfrm>
              <a:custGeom>
                <a:rect b="b" l="l" r="r" t="t"/>
                <a:pathLst>
                  <a:path extrusionOk="0" h="3035331" w="7620000">
                    <a:moveTo>
                      <a:pt x="0" y="2991231"/>
                    </a:moveTo>
                    <a:lnTo>
                      <a:pt x="990314" y="3035332"/>
                    </a:lnTo>
                    <a:lnTo>
                      <a:pt x="1611058" y="2049875"/>
                    </a:lnTo>
                    <a:lnTo>
                      <a:pt x="2812733" y="2710529"/>
                    </a:lnTo>
                    <a:lnTo>
                      <a:pt x="3608832" y="1627441"/>
                    </a:lnTo>
                    <a:lnTo>
                      <a:pt x="4511802" y="1627441"/>
                    </a:lnTo>
                    <a:lnTo>
                      <a:pt x="5576411" y="425958"/>
                    </a:lnTo>
                    <a:lnTo>
                      <a:pt x="6919342" y="748760"/>
                    </a:lnTo>
                    <a:lnTo>
                      <a:pt x="7620000" y="0"/>
                    </a:lnTo>
                  </a:path>
                </a:pathLst>
              </a:custGeom>
              <a:noFill/>
              <a:ln cap="flat" cmpd="sng" w="19050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8" name="Google Shape;3278;p61"/>
              <p:cNvSpPr/>
              <p:nvPr/>
            </p:nvSpPr>
            <p:spPr>
              <a:xfrm>
                <a:off x="3811238" y="5269801"/>
                <a:ext cx="185737" cy="185737"/>
              </a:xfrm>
              <a:custGeom>
                <a:rect b="b" l="l" r="r" t="t"/>
                <a:pathLst>
                  <a:path extrusionOk="0" h="185737" w="185737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9" name="Google Shape;3279;p61"/>
              <p:cNvSpPr/>
              <p:nvPr/>
            </p:nvSpPr>
            <p:spPr>
              <a:xfrm>
                <a:off x="5801963" y="4822126"/>
                <a:ext cx="185737" cy="185737"/>
              </a:xfrm>
              <a:custGeom>
                <a:rect b="b" l="l" r="r" t="t"/>
                <a:pathLst>
                  <a:path extrusionOk="0" h="185737" w="185737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0" name="Google Shape;3280;p61"/>
              <p:cNvSpPr/>
              <p:nvPr/>
            </p:nvSpPr>
            <p:spPr>
              <a:xfrm>
                <a:off x="7783163" y="3641026"/>
                <a:ext cx="185737" cy="185737"/>
              </a:xfrm>
              <a:custGeom>
                <a:rect b="b" l="l" r="r" t="t"/>
                <a:pathLst>
                  <a:path extrusionOk="0" h="185737" w="185737"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9" y="0"/>
                      <a:pt x="185738" y="41579"/>
                      <a:pt x="185738" y="92869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81" name="Google Shape;3281;p61"/>
          <p:cNvGrpSpPr/>
          <p:nvPr/>
        </p:nvGrpSpPr>
        <p:grpSpPr>
          <a:xfrm>
            <a:off x="6909013" y="2635188"/>
            <a:ext cx="1074900" cy="1074900"/>
            <a:chOff x="5085813" y="2105588"/>
            <a:chExt cx="1074900" cy="1074900"/>
          </a:xfrm>
        </p:grpSpPr>
        <p:sp>
          <p:nvSpPr>
            <p:cNvPr id="3282" name="Google Shape;3282;p61"/>
            <p:cNvSpPr/>
            <p:nvPr/>
          </p:nvSpPr>
          <p:spPr>
            <a:xfrm>
              <a:off x="5085813" y="2105588"/>
              <a:ext cx="1074900" cy="107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lt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283" name="Google Shape;3283;p61"/>
            <p:cNvSpPr/>
            <p:nvPr/>
          </p:nvSpPr>
          <p:spPr>
            <a:xfrm>
              <a:off x="5269143" y="2331813"/>
              <a:ext cx="708265" cy="622478"/>
            </a:xfrm>
            <a:custGeom>
              <a:rect b="b" l="l" r="r" t="t"/>
              <a:pathLst>
                <a:path extrusionOk="0" h="523091" w="595181">
                  <a:moveTo>
                    <a:pt x="570330" y="278983"/>
                  </a:moveTo>
                  <a:lnTo>
                    <a:pt x="577735" y="278983"/>
                  </a:lnTo>
                  <a:cubicBezTo>
                    <a:pt x="587365" y="278983"/>
                    <a:pt x="595173" y="271176"/>
                    <a:pt x="595173" y="261546"/>
                  </a:cubicBezTo>
                  <a:cubicBezTo>
                    <a:pt x="595173" y="251916"/>
                    <a:pt x="587365" y="244108"/>
                    <a:pt x="577735" y="244108"/>
                  </a:cubicBezTo>
                  <a:lnTo>
                    <a:pt x="570330" y="244108"/>
                  </a:lnTo>
                  <a:lnTo>
                    <a:pt x="593217" y="199799"/>
                  </a:lnTo>
                  <a:cubicBezTo>
                    <a:pt x="599202" y="188213"/>
                    <a:pt x="590787" y="174358"/>
                    <a:pt x="577727" y="174358"/>
                  </a:cubicBezTo>
                  <a:lnTo>
                    <a:pt x="509343" y="174358"/>
                  </a:lnTo>
                  <a:cubicBezTo>
                    <a:pt x="492361" y="126494"/>
                    <a:pt x="461157" y="83722"/>
                    <a:pt x="420449" y="52902"/>
                  </a:cubicBezTo>
                  <a:cubicBezTo>
                    <a:pt x="374738" y="18295"/>
                    <a:pt x="320192" y="0"/>
                    <a:pt x="262707" y="0"/>
                  </a:cubicBezTo>
                  <a:cubicBezTo>
                    <a:pt x="117846" y="0"/>
                    <a:pt x="0" y="117328"/>
                    <a:pt x="0" y="261546"/>
                  </a:cubicBezTo>
                  <a:cubicBezTo>
                    <a:pt x="0" y="405763"/>
                    <a:pt x="117846" y="523091"/>
                    <a:pt x="262707" y="523091"/>
                  </a:cubicBezTo>
                  <a:cubicBezTo>
                    <a:pt x="320192" y="523091"/>
                    <a:pt x="374738" y="504805"/>
                    <a:pt x="420449" y="470189"/>
                  </a:cubicBezTo>
                  <a:cubicBezTo>
                    <a:pt x="461166" y="439369"/>
                    <a:pt x="492370" y="396597"/>
                    <a:pt x="509343" y="348733"/>
                  </a:cubicBezTo>
                  <a:lnTo>
                    <a:pt x="577727" y="348733"/>
                  </a:lnTo>
                  <a:cubicBezTo>
                    <a:pt x="590760" y="348733"/>
                    <a:pt x="599211" y="334887"/>
                    <a:pt x="593217" y="323292"/>
                  </a:cubicBezTo>
                  <a:lnTo>
                    <a:pt x="570330" y="278983"/>
                  </a:lnTo>
                  <a:close/>
                  <a:moveTo>
                    <a:pt x="531077" y="244108"/>
                  </a:moveTo>
                  <a:lnTo>
                    <a:pt x="465293" y="244108"/>
                  </a:lnTo>
                  <a:lnTo>
                    <a:pt x="482731" y="209242"/>
                  </a:lnTo>
                  <a:lnTo>
                    <a:pt x="549105" y="209242"/>
                  </a:lnTo>
                  <a:lnTo>
                    <a:pt x="531086" y="244108"/>
                  </a:lnTo>
                  <a:close/>
                  <a:moveTo>
                    <a:pt x="383519" y="244108"/>
                  </a:moveTo>
                  <a:cubicBezTo>
                    <a:pt x="375032" y="185042"/>
                    <a:pt x="324096" y="139492"/>
                    <a:pt x="262716" y="139492"/>
                  </a:cubicBezTo>
                  <a:cubicBezTo>
                    <a:pt x="195413" y="139492"/>
                    <a:pt x="140662" y="194243"/>
                    <a:pt x="140662" y="261546"/>
                  </a:cubicBezTo>
                  <a:cubicBezTo>
                    <a:pt x="140662" y="328848"/>
                    <a:pt x="195413" y="383600"/>
                    <a:pt x="262716" y="383600"/>
                  </a:cubicBezTo>
                  <a:cubicBezTo>
                    <a:pt x="324096" y="383600"/>
                    <a:pt x="375032" y="338058"/>
                    <a:pt x="383519" y="278983"/>
                  </a:cubicBezTo>
                  <a:lnTo>
                    <a:pt x="418671" y="278983"/>
                  </a:lnTo>
                  <a:cubicBezTo>
                    <a:pt x="409970" y="357336"/>
                    <a:pt x="343355" y="418475"/>
                    <a:pt x="262716" y="418475"/>
                  </a:cubicBezTo>
                  <a:cubicBezTo>
                    <a:pt x="176189" y="418475"/>
                    <a:pt x="105787" y="348081"/>
                    <a:pt x="105787" y="261546"/>
                  </a:cubicBezTo>
                  <a:cubicBezTo>
                    <a:pt x="105787" y="175010"/>
                    <a:pt x="176180" y="104616"/>
                    <a:pt x="262716" y="104616"/>
                  </a:cubicBezTo>
                  <a:cubicBezTo>
                    <a:pt x="343355" y="104616"/>
                    <a:pt x="409970" y="165755"/>
                    <a:pt x="418671" y="244108"/>
                  </a:cubicBezTo>
                  <a:lnTo>
                    <a:pt x="383519" y="244108"/>
                  </a:lnTo>
                  <a:close/>
                  <a:moveTo>
                    <a:pt x="312027" y="244108"/>
                  </a:moveTo>
                  <a:cubicBezTo>
                    <a:pt x="304827" y="223812"/>
                    <a:pt x="285451" y="209242"/>
                    <a:pt x="262716" y="209242"/>
                  </a:cubicBezTo>
                  <a:cubicBezTo>
                    <a:pt x="233870" y="209242"/>
                    <a:pt x="210412" y="232700"/>
                    <a:pt x="210412" y="261546"/>
                  </a:cubicBezTo>
                  <a:cubicBezTo>
                    <a:pt x="210412" y="290391"/>
                    <a:pt x="233870" y="313858"/>
                    <a:pt x="262716" y="313858"/>
                  </a:cubicBezTo>
                  <a:cubicBezTo>
                    <a:pt x="285451" y="313858"/>
                    <a:pt x="304827" y="299279"/>
                    <a:pt x="312027" y="278983"/>
                  </a:cubicBezTo>
                  <a:lnTo>
                    <a:pt x="348144" y="278983"/>
                  </a:lnTo>
                  <a:cubicBezTo>
                    <a:pt x="340050" y="318727"/>
                    <a:pt x="304818" y="348733"/>
                    <a:pt x="262716" y="348733"/>
                  </a:cubicBezTo>
                  <a:cubicBezTo>
                    <a:pt x="214646" y="348733"/>
                    <a:pt x="175537" y="309624"/>
                    <a:pt x="175537" y="261546"/>
                  </a:cubicBezTo>
                  <a:cubicBezTo>
                    <a:pt x="175537" y="213467"/>
                    <a:pt x="214646" y="174367"/>
                    <a:pt x="262716" y="174367"/>
                  </a:cubicBezTo>
                  <a:cubicBezTo>
                    <a:pt x="304818" y="174367"/>
                    <a:pt x="340041" y="204364"/>
                    <a:pt x="348144" y="244108"/>
                  </a:cubicBezTo>
                  <a:lnTo>
                    <a:pt x="312027" y="244108"/>
                  </a:lnTo>
                  <a:close/>
                  <a:moveTo>
                    <a:pt x="280153" y="261546"/>
                  </a:moveTo>
                  <a:cubicBezTo>
                    <a:pt x="280153" y="271158"/>
                    <a:pt x="272337" y="278983"/>
                    <a:pt x="262716" y="278983"/>
                  </a:cubicBezTo>
                  <a:cubicBezTo>
                    <a:pt x="253095" y="278983"/>
                    <a:pt x="245278" y="271158"/>
                    <a:pt x="245278" y="261546"/>
                  </a:cubicBezTo>
                  <a:cubicBezTo>
                    <a:pt x="245278" y="251933"/>
                    <a:pt x="253104" y="244108"/>
                    <a:pt x="262716" y="244108"/>
                  </a:cubicBezTo>
                  <a:cubicBezTo>
                    <a:pt x="272328" y="244108"/>
                    <a:pt x="280153" y="251933"/>
                    <a:pt x="280153" y="261546"/>
                  </a:cubicBezTo>
                  <a:close/>
                  <a:moveTo>
                    <a:pt x="262716" y="488225"/>
                  </a:moveTo>
                  <a:cubicBezTo>
                    <a:pt x="137089" y="488225"/>
                    <a:pt x="34884" y="386539"/>
                    <a:pt x="34884" y="261546"/>
                  </a:cubicBezTo>
                  <a:cubicBezTo>
                    <a:pt x="34884" y="136553"/>
                    <a:pt x="137089" y="34875"/>
                    <a:pt x="262716" y="34875"/>
                  </a:cubicBezTo>
                  <a:cubicBezTo>
                    <a:pt x="354281" y="34875"/>
                    <a:pt x="437199" y="91181"/>
                    <a:pt x="472002" y="174367"/>
                  </a:cubicBezTo>
                  <a:lnTo>
                    <a:pt x="471949" y="174367"/>
                  </a:lnTo>
                  <a:cubicBezTo>
                    <a:pt x="465338" y="174367"/>
                    <a:pt x="459308" y="178101"/>
                    <a:pt x="456351" y="184006"/>
                  </a:cubicBezTo>
                  <a:lnTo>
                    <a:pt x="445944" y="204820"/>
                  </a:lnTo>
                  <a:cubicBezTo>
                    <a:pt x="421700" y="126664"/>
                    <a:pt x="348725" y="69750"/>
                    <a:pt x="262707" y="69750"/>
                  </a:cubicBezTo>
                  <a:cubicBezTo>
                    <a:pt x="156947" y="69750"/>
                    <a:pt x="70911" y="155795"/>
                    <a:pt x="70911" y="261554"/>
                  </a:cubicBezTo>
                  <a:cubicBezTo>
                    <a:pt x="70911" y="367314"/>
                    <a:pt x="156956" y="453359"/>
                    <a:pt x="262707" y="453359"/>
                  </a:cubicBezTo>
                  <a:cubicBezTo>
                    <a:pt x="348725" y="453359"/>
                    <a:pt x="421700" y="396437"/>
                    <a:pt x="445944" y="318289"/>
                  </a:cubicBezTo>
                  <a:lnTo>
                    <a:pt x="456351" y="339103"/>
                  </a:lnTo>
                  <a:cubicBezTo>
                    <a:pt x="459308" y="345008"/>
                    <a:pt x="465338" y="348742"/>
                    <a:pt x="471949" y="348742"/>
                  </a:cubicBezTo>
                  <a:lnTo>
                    <a:pt x="472002" y="348742"/>
                  </a:lnTo>
                  <a:cubicBezTo>
                    <a:pt x="437199" y="431928"/>
                    <a:pt x="354272" y="488234"/>
                    <a:pt x="262716" y="488234"/>
                  </a:cubicBezTo>
                  <a:close/>
                  <a:moveTo>
                    <a:pt x="482731" y="313858"/>
                  </a:moveTo>
                  <a:lnTo>
                    <a:pt x="465293" y="278983"/>
                  </a:lnTo>
                  <a:lnTo>
                    <a:pt x="531077" y="278983"/>
                  </a:lnTo>
                  <a:lnTo>
                    <a:pt x="549096" y="313858"/>
                  </a:lnTo>
                  <a:lnTo>
                    <a:pt x="482722" y="3138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4" name="Google Shape;3284;p61"/>
          <p:cNvGrpSpPr/>
          <p:nvPr/>
        </p:nvGrpSpPr>
        <p:grpSpPr>
          <a:xfrm>
            <a:off x="5539125" y="2234550"/>
            <a:ext cx="1074900" cy="1074900"/>
            <a:chOff x="5141150" y="1946450"/>
            <a:chExt cx="1074900" cy="1074900"/>
          </a:xfrm>
        </p:grpSpPr>
        <p:sp>
          <p:nvSpPr>
            <p:cNvPr id="3285" name="Google Shape;3285;p61"/>
            <p:cNvSpPr/>
            <p:nvPr/>
          </p:nvSpPr>
          <p:spPr>
            <a:xfrm>
              <a:off x="5141150" y="1946450"/>
              <a:ext cx="1074900" cy="107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dk2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3286" name="Google Shape;3286;p61"/>
            <p:cNvGrpSpPr/>
            <p:nvPr/>
          </p:nvGrpSpPr>
          <p:grpSpPr>
            <a:xfrm>
              <a:off x="5359378" y="2164664"/>
              <a:ext cx="638454" cy="638463"/>
              <a:chOff x="2567609" y="5035623"/>
              <a:chExt cx="596352" cy="596360"/>
            </a:xfrm>
          </p:grpSpPr>
          <p:sp>
            <p:nvSpPr>
              <p:cNvPr id="3287" name="Google Shape;3287;p61"/>
              <p:cNvSpPr/>
              <p:nvPr/>
            </p:nvSpPr>
            <p:spPr>
              <a:xfrm>
                <a:off x="2567609" y="5457269"/>
                <a:ext cx="174715" cy="174714"/>
              </a:xfrm>
              <a:custGeom>
                <a:rect b="b" l="l" r="r" t="t"/>
                <a:pathLst>
                  <a:path extrusionOk="0" h="174714" w="174715">
                    <a:moveTo>
                      <a:pt x="157242" y="0"/>
                    </a:moveTo>
                    <a:lnTo>
                      <a:pt x="17473" y="0"/>
                    </a:lnTo>
                    <a:cubicBezTo>
                      <a:pt x="7825" y="0"/>
                      <a:pt x="0" y="7825"/>
                      <a:pt x="0" y="17473"/>
                    </a:cubicBezTo>
                    <a:lnTo>
                      <a:pt x="0" y="157241"/>
                    </a:lnTo>
                    <a:cubicBezTo>
                      <a:pt x="0" y="166889"/>
                      <a:pt x="7825" y="174715"/>
                      <a:pt x="17473" y="174715"/>
                    </a:cubicBezTo>
                    <a:lnTo>
                      <a:pt x="157242" y="174715"/>
                    </a:lnTo>
                    <a:cubicBezTo>
                      <a:pt x="166890" y="174715"/>
                      <a:pt x="174715" y="166889"/>
                      <a:pt x="174715" y="157241"/>
                    </a:cubicBezTo>
                    <a:lnTo>
                      <a:pt x="174715" y="17473"/>
                    </a:lnTo>
                    <a:cubicBezTo>
                      <a:pt x="174715" y="7825"/>
                      <a:pt x="166890" y="0"/>
                      <a:pt x="157242" y="0"/>
                    </a:cubicBezTo>
                    <a:close/>
                    <a:moveTo>
                      <a:pt x="139768" y="34946"/>
                    </a:moveTo>
                    <a:lnTo>
                      <a:pt x="139768" y="69893"/>
                    </a:lnTo>
                    <a:lnTo>
                      <a:pt x="34938" y="69893"/>
                    </a:lnTo>
                    <a:lnTo>
                      <a:pt x="34938" y="34946"/>
                    </a:lnTo>
                    <a:lnTo>
                      <a:pt x="139768" y="34946"/>
                    </a:lnTo>
                    <a:close/>
                    <a:moveTo>
                      <a:pt x="139768" y="139777"/>
                    </a:moveTo>
                    <a:lnTo>
                      <a:pt x="34938" y="139777"/>
                    </a:lnTo>
                    <a:lnTo>
                      <a:pt x="34938" y="104830"/>
                    </a:lnTo>
                    <a:lnTo>
                      <a:pt x="139768" y="104830"/>
                    </a:lnTo>
                    <a:lnTo>
                      <a:pt x="139768" y="13977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8" name="Google Shape;3288;p61"/>
              <p:cNvSpPr/>
              <p:nvPr/>
            </p:nvSpPr>
            <p:spPr>
              <a:xfrm>
                <a:off x="2778423" y="5387384"/>
                <a:ext cx="174715" cy="244599"/>
              </a:xfrm>
              <a:custGeom>
                <a:rect b="b" l="l" r="r" t="t"/>
                <a:pathLst>
                  <a:path extrusionOk="0" h="244599" w="174715">
                    <a:moveTo>
                      <a:pt x="157242" y="0"/>
                    </a:moveTo>
                    <a:lnTo>
                      <a:pt x="17473" y="0"/>
                    </a:lnTo>
                    <a:cubicBezTo>
                      <a:pt x="7825" y="0"/>
                      <a:pt x="0" y="7826"/>
                      <a:pt x="0" y="17473"/>
                    </a:cubicBezTo>
                    <a:lnTo>
                      <a:pt x="0" y="227126"/>
                    </a:lnTo>
                    <a:cubicBezTo>
                      <a:pt x="0" y="236774"/>
                      <a:pt x="7825" y="244599"/>
                      <a:pt x="17473" y="244599"/>
                    </a:cubicBezTo>
                    <a:lnTo>
                      <a:pt x="157242" y="244599"/>
                    </a:lnTo>
                    <a:cubicBezTo>
                      <a:pt x="166890" y="244599"/>
                      <a:pt x="174715" y="236774"/>
                      <a:pt x="174715" y="227126"/>
                    </a:cubicBezTo>
                    <a:lnTo>
                      <a:pt x="174715" y="17473"/>
                    </a:lnTo>
                    <a:cubicBezTo>
                      <a:pt x="174715" y="7826"/>
                      <a:pt x="166890" y="0"/>
                      <a:pt x="157242" y="0"/>
                    </a:cubicBezTo>
                    <a:close/>
                    <a:moveTo>
                      <a:pt x="34947" y="104831"/>
                    </a:moveTo>
                    <a:lnTo>
                      <a:pt x="139777" y="104831"/>
                    </a:lnTo>
                    <a:lnTo>
                      <a:pt x="139777" y="139778"/>
                    </a:lnTo>
                    <a:lnTo>
                      <a:pt x="34947" y="139778"/>
                    </a:lnTo>
                    <a:lnTo>
                      <a:pt x="34947" y="104831"/>
                    </a:lnTo>
                    <a:close/>
                    <a:moveTo>
                      <a:pt x="139777" y="34947"/>
                    </a:moveTo>
                    <a:lnTo>
                      <a:pt x="139777" y="69893"/>
                    </a:lnTo>
                    <a:lnTo>
                      <a:pt x="34947" y="69893"/>
                    </a:lnTo>
                    <a:lnTo>
                      <a:pt x="34947" y="34947"/>
                    </a:lnTo>
                    <a:lnTo>
                      <a:pt x="139777" y="34947"/>
                    </a:lnTo>
                    <a:close/>
                    <a:moveTo>
                      <a:pt x="139777" y="209662"/>
                    </a:moveTo>
                    <a:lnTo>
                      <a:pt x="34947" y="209662"/>
                    </a:lnTo>
                    <a:lnTo>
                      <a:pt x="34947" y="174715"/>
                    </a:lnTo>
                    <a:lnTo>
                      <a:pt x="139777" y="174715"/>
                    </a:lnTo>
                    <a:lnTo>
                      <a:pt x="139777" y="2096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9" name="Google Shape;3289;p61"/>
              <p:cNvSpPr/>
              <p:nvPr/>
            </p:nvSpPr>
            <p:spPr>
              <a:xfrm>
                <a:off x="2989246" y="5247615"/>
                <a:ext cx="174715" cy="384367"/>
              </a:xfrm>
              <a:custGeom>
                <a:rect b="b" l="l" r="r" t="t"/>
                <a:pathLst>
                  <a:path extrusionOk="0" h="384367" w="174715">
                    <a:moveTo>
                      <a:pt x="157242" y="0"/>
                    </a:moveTo>
                    <a:lnTo>
                      <a:pt x="17473" y="0"/>
                    </a:lnTo>
                    <a:cubicBezTo>
                      <a:pt x="7825" y="0"/>
                      <a:pt x="0" y="7826"/>
                      <a:pt x="0" y="17473"/>
                    </a:cubicBezTo>
                    <a:lnTo>
                      <a:pt x="0" y="366894"/>
                    </a:lnTo>
                    <a:cubicBezTo>
                      <a:pt x="0" y="376543"/>
                      <a:pt x="7825" y="384368"/>
                      <a:pt x="17473" y="384368"/>
                    </a:cubicBezTo>
                    <a:lnTo>
                      <a:pt x="157242" y="384368"/>
                    </a:lnTo>
                    <a:cubicBezTo>
                      <a:pt x="166890" y="384368"/>
                      <a:pt x="174715" y="376543"/>
                      <a:pt x="174715" y="366894"/>
                    </a:cubicBezTo>
                    <a:lnTo>
                      <a:pt x="174715" y="17473"/>
                    </a:lnTo>
                    <a:cubicBezTo>
                      <a:pt x="174715" y="7826"/>
                      <a:pt x="166890" y="0"/>
                      <a:pt x="157242" y="0"/>
                    </a:cubicBezTo>
                    <a:close/>
                    <a:moveTo>
                      <a:pt x="34947" y="209653"/>
                    </a:moveTo>
                    <a:lnTo>
                      <a:pt x="34947" y="174706"/>
                    </a:lnTo>
                    <a:lnTo>
                      <a:pt x="139777" y="174706"/>
                    </a:lnTo>
                    <a:lnTo>
                      <a:pt x="139777" y="209653"/>
                    </a:lnTo>
                    <a:lnTo>
                      <a:pt x="34947" y="209653"/>
                    </a:lnTo>
                    <a:close/>
                    <a:moveTo>
                      <a:pt x="139777" y="139768"/>
                    </a:moveTo>
                    <a:lnTo>
                      <a:pt x="34947" y="139768"/>
                    </a:lnTo>
                    <a:lnTo>
                      <a:pt x="34947" y="104822"/>
                    </a:lnTo>
                    <a:lnTo>
                      <a:pt x="139777" y="104822"/>
                    </a:lnTo>
                    <a:lnTo>
                      <a:pt x="139777" y="139768"/>
                    </a:lnTo>
                    <a:close/>
                    <a:moveTo>
                      <a:pt x="34947" y="244599"/>
                    </a:moveTo>
                    <a:lnTo>
                      <a:pt x="139777" y="244599"/>
                    </a:lnTo>
                    <a:lnTo>
                      <a:pt x="139777" y="279546"/>
                    </a:lnTo>
                    <a:lnTo>
                      <a:pt x="34947" y="279546"/>
                    </a:lnTo>
                    <a:lnTo>
                      <a:pt x="34947" y="244599"/>
                    </a:lnTo>
                    <a:close/>
                    <a:moveTo>
                      <a:pt x="139777" y="34947"/>
                    </a:moveTo>
                    <a:lnTo>
                      <a:pt x="139777" y="69893"/>
                    </a:lnTo>
                    <a:lnTo>
                      <a:pt x="34947" y="69893"/>
                    </a:lnTo>
                    <a:lnTo>
                      <a:pt x="34947" y="34947"/>
                    </a:lnTo>
                    <a:lnTo>
                      <a:pt x="139777" y="34947"/>
                    </a:lnTo>
                    <a:close/>
                    <a:moveTo>
                      <a:pt x="139777" y="349430"/>
                    </a:moveTo>
                    <a:lnTo>
                      <a:pt x="34947" y="349430"/>
                    </a:lnTo>
                    <a:lnTo>
                      <a:pt x="34947" y="314484"/>
                    </a:lnTo>
                    <a:lnTo>
                      <a:pt x="139777" y="314484"/>
                    </a:lnTo>
                    <a:lnTo>
                      <a:pt x="139777" y="34943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0" name="Google Shape;3290;p61"/>
              <p:cNvSpPr/>
              <p:nvPr/>
            </p:nvSpPr>
            <p:spPr>
              <a:xfrm>
                <a:off x="2638646" y="5035623"/>
                <a:ext cx="454260" cy="315653"/>
              </a:xfrm>
              <a:custGeom>
                <a:rect b="b" l="l" r="r" t="t"/>
                <a:pathLst>
                  <a:path extrusionOk="0" h="315653" w="454260">
                    <a:moveTo>
                      <a:pt x="17482" y="315653"/>
                    </a:moveTo>
                    <a:cubicBezTo>
                      <a:pt x="21958" y="315653"/>
                      <a:pt x="26424" y="313948"/>
                      <a:pt x="29837" y="310535"/>
                    </a:cubicBezTo>
                    <a:lnTo>
                      <a:pt x="157251" y="183121"/>
                    </a:lnTo>
                    <a:lnTo>
                      <a:pt x="214780" y="240651"/>
                    </a:lnTo>
                    <a:cubicBezTo>
                      <a:pt x="221614" y="247484"/>
                      <a:pt x="232709" y="247466"/>
                      <a:pt x="239525" y="240615"/>
                    </a:cubicBezTo>
                    <a:lnTo>
                      <a:pt x="419314" y="59825"/>
                    </a:lnTo>
                    <a:lnTo>
                      <a:pt x="419314" y="87366"/>
                    </a:lnTo>
                    <a:cubicBezTo>
                      <a:pt x="419314" y="97014"/>
                      <a:pt x="427140" y="104840"/>
                      <a:pt x="436788" y="104840"/>
                    </a:cubicBezTo>
                    <a:cubicBezTo>
                      <a:pt x="446435" y="104840"/>
                      <a:pt x="454261" y="97014"/>
                      <a:pt x="454261" y="87366"/>
                    </a:cubicBezTo>
                    <a:lnTo>
                      <a:pt x="454261" y="17455"/>
                    </a:lnTo>
                    <a:cubicBezTo>
                      <a:pt x="454243" y="8263"/>
                      <a:pt x="446981" y="304"/>
                      <a:pt x="437288" y="27"/>
                    </a:cubicBezTo>
                    <a:cubicBezTo>
                      <a:pt x="437118" y="27"/>
                      <a:pt x="436957" y="0"/>
                      <a:pt x="436788" y="0"/>
                    </a:cubicBezTo>
                    <a:lnTo>
                      <a:pt x="366903" y="0"/>
                    </a:lnTo>
                    <a:cubicBezTo>
                      <a:pt x="357256" y="0"/>
                      <a:pt x="349430" y="7825"/>
                      <a:pt x="349430" y="17473"/>
                    </a:cubicBezTo>
                    <a:cubicBezTo>
                      <a:pt x="349430" y="27121"/>
                      <a:pt x="357256" y="34946"/>
                      <a:pt x="366903" y="34946"/>
                    </a:cubicBezTo>
                    <a:lnTo>
                      <a:pt x="394775" y="34946"/>
                    </a:lnTo>
                    <a:lnTo>
                      <a:pt x="227099" y="203551"/>
                    </a:lnTo>
                    <a:lnTo>
                      <a:pt x="169596" y="146057"/>
                    </a:lnTo>
                    <a:cubicBezTo>
                      <a:pt x="162780" y="139232"/>
                      <a:pt x="151712" y="139232"/>
                      <a:pt x="144887" y="146057"/>
                    </a:cubicBezTo>
                    <a:lnTo>
                      <a:pt x="5119" y="285826"/>
                    </a:lnTo>
                    <a:cubicBezTo>
                      <a:pt x="-1706" y="292642"/>
                      <a:pt x="-1706" y="303710"/>
                      <a:pt x="5119" y="310535"/>
                    </a:cubicBezTo>
                    <a:cubicBezTo>
                      <a:pt x="8522" y="313948"/>
                      <a:pt x="12998" y="315653"/>
                      <a:pt x="17473" y="3156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91" name="Google Shape;3291;p61"/>
          <p:cNvGrpSpPr/>
          <p:nvPr/>
        </p:nvGrpSpPr>
        <p:grpSpPr>
          <a:xfrm>
            <a:off x="6614013" y="1297088"/>
            <a:ext cx="1074900" cy="1074900"/>
            <a:chOff x="7248188" y="957588"/>
            <a:chExt cx="1074900" cy="1074900"/>
          </a:xfrm>
        </p:grpSpPr>
        <p:sp>
          <p:nvSpPr>
            <p:cNvPr id="3292" name="Google Shape;3292;p61"/>
            <p:cNvSpPr/>
            <p:nvPr/>
          </p:nvSpPr>
          <p:spPr>
            <a:xfrm>
              <a:off x="7248188" y="957588"/>
              <a:ext cx="1074900" cy="107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3293" name="Google Shape;3293;p61"/>
            <p:cNvGrpSpPr/>
            <p:nvPr/>
          </p:nvGrpSpPr>
          <p:grpSpPr>
            <a:xfrm>
              <a:off x="7476386" y="1140794"/>
              <a:ext cx="618539" cy="708514"/>
              <a:chOff x="7774320" y="3129470"/>
              <a:chExt cx="519606" cy="595190"/>
            </a:xfrm>
          </p:grpSpPr>
          <p:sp>
            <p:nvSpPr>
              <p:cNvPr id="3294" name="Google Shape;3294;p61"/>
              <p:cNvSpPr/>
              <p:nvPr/>
            </p:nvSpPr>
            <p:spPr>
              <a:xfrm>
                <a:off x="7774320" y="3409623"/>
                <a:ext cx="519606" cy="315037"/>
              </a:xfrm>
              <a:custGeom>
                <a:rect b="b" l="l" r="r" t="t"/>
                <a:pathLst>
                  <a:path extrusionOk="0" h="315037" w="519606">
                    <a:moveTo>
                      <a:pt x="517088" y="8415"/>
                    </a:moveTo>
                    <a:cubicBezTo>
                      <a:pt x="513926" y="3189"/>
                      <a:pt x="508271" y="0"/>
                      <a:pt x="502161" y="0"/>
                    </a:cubicBezTo>
                    <a:cubicBezTo>
                      <a:pt x="450670" y="0"/>
                      <a:pt x="403521" y="26469"/>
                      <a:pt x="376685" y="69750"/>
                    </a:cubicBezTo>
                    <a:lnTo>
                      <a:pt x="169882" y="69750"/>
                    </a:lnTo>
                    <a:cubicBezTo>
                      <a:pt x="146593" y="69750"/>
                      <a:pt x="124698" y="78817"/>
                      <a:pt x="108235" y="95290"/>
                    </a:cubicBezTo>
                    <a:lnTo>
                      <a:pt x="5110" y="198415"/>
                    </a:lnTo>
                    <a:cubicBezTo>
                      <a:pt x="1840" y="201684"/>
                      <a:pt x="0" y="206124"/>
                      <a:pt x="0" y="210742"/>
                    </a:cubicBezTo>
                    <a:cubicBezTo>
                      <a:pt x="0" y="215361"/>
                      <a:pt x="1831" y="219801"/>
                      <a:pt x="5110" y="223070"/>
                    </a:cubicBezTo>
                    <a:cubicBezTo>
                      <a:pt x="47462" y="265422"/>
                      <a:pt x="91896" y="309526"/>
                      <a:pt x="92342" y="309972"/>
                    </a:cubicBezTo>
                    <a:cubicBezTo>
                      <a:pt x="95746" y="313349"/>
                      <a:pt x="100186" y="315037"/>
                      <a:pt x="104625" y="315037"/>
                    </a:cubicBezTo>
                    <a:cubicBezTo>
                      <a:pt x="109065" y="315037"/>
                      <a:pt x="113523" y="313340"/>
                      <a:pt x="116926" y="309954"/>
                    </a:cubicBezTo>
                    <a:lnTo>
                      <a:pt x="183067" y="244126"/>
                    </a:lnTo>
                    <a:lnTo>
                      <a:pt x="329143" y="244126"/>
                    </a:lnTo>
                    <a:cubicBezTo>
                      <a:pt x="374702" y="244126"/>
                      <a:pt x="416134" y="219068"/>
                      <a:pt x="437262" y="178726"/>
                    </a:cubicBezTo>
                    <a:cubicBezTo>
                      <a:pt x="437789" y="177717"/>
                      <a:pt x="490610" y="76923"/>
                      <a:pt x="517606" y="25558"/>
                    </a:cubicBezTo>
                    <a:cubicBezTo>
                      <a:pt x="520447" y="20153"/>
                      <a:pt x="520250" y="13659"/>
                      <a:pt x="517097" y="8424"/>
                    </a:cubicBezTo>
                    <a:close/>
                    <a:moveTo>
                      <a:pt x="406361" y="162530"/>
                    </a:moveTo>
                    <a:cubicBezTo>
                      <a:pt x="391273" y="191340"/>
                      <a:pt x="361686" y="209242"/>
                      <a:pt x="329143" y="209242"/>
                    </a:cubicBezTo>
                    <a:lnTo>
                      <a:pt x="175868" y="209242"/>
                    </a:lnTo>
                    <a:cubicBezTo>
                      <a:pt x="171258" y="209242"/>
                      <a:pt x="166836" y="211064"/>
                      <a:pt x="163566" y="214316"/>
                    </a:cubicBezTo>
                    <a:lnTo>
                      <a:pt x="104617" y="272998"/>
                    </a:lnTo>
                    <a:cubicBezTo>
                      <a:pt x="90725" y="259196"/>
                      <a:pt x="66820" y="235416"/>
                      <a:pt x="42111" y="210725"/>
                    </a:cubicBezTo>
                    <a:lnTo>
                      <a:pt x="132908" y="119937"/>
                    </a:lnTo>
                    <a:cubicBezTo>
                      <a:pt x="142788" y="110057"/>
                      <a:pt x="155928" y="104616"/>
                      <a:pt x="169900" y="104616"/>
                    </a:cubicBezTo>
                    <a:lnTo>
                      <a:pt x="357980" y="104616"/>
                    </a:lnTo>
                    <a:lnTo>
                      <a:pt x="344597" y="130147"/>
                    </a:lnTo>
                    <a:cubicBezTo>
                      <a:pt x="341578" y="135909"/>
                      <a:pt x="335664" y="139491"/>
                      <a:pt x="329152" y="139491"/>
                    </a:cubicBezTo>
                    <a:lnTo>
                      <a:pt x="210751" y="139491"/>
                    </a:lnTo>
                    <a:cubicBezTo>
                      <a:pt x="201121" y="139491"/>
                      <a:pt x="193314" y="147299"/>
                      <a:pt x="193314" y="156929"/>
                    </a:cubicBezTo>
                    <a:cubicBezTo>
                      <a:pt x="193314" y="166559"/>
                      <a:pt x="201121" y="174367"/>
                      <a:pt x="210751" y="174367"/>
                    </a:cubicBezTo>
                    <a:lnTo>
                      <a:pt x="329152" y="174367"/>
                    </a:lnTo>
                    <a:cubicBezTo>
                      <a:pt x="348670" y="174367"/>
                      <a:pt x="366421" y="163629"/>
                      <a:pt x="375480" y="146343"/>
                    </a:cubicBezTo>
                    <a:cubicBezTo>
                      <a:pt x="375497" y="146308"/>
                      <a:pt x="402386" y="95004"/>
                      <a:pt x="402386" y="95004"/>
                    </a:cubicBezTo>
                    <a:cubicBezTo>
                      <a:pt x="416992" y="67365"/>
                      <a:pt x="441916" y="47542"/>
                      <a:pt x="471038" y="39217"/>
                    </a:cubicBezTo>
                    <a:cubicBezTo>
                      <a:pt x="443220" y="92217"/>
                      <a:pt x="406808" y="161691"/>
                      <a:pt x="406371" y="1625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5" name="Google Shape;3295;p61"/>
              <p:cNvSpPr/>
              <p:nvPr/>
            </p:nvSpPr>
            <p:spPr>
              <a:xfrm>
                <a:off x="7880437" y="3129470"/>
                <a:ext cx="313858" cy="313858"/>
              </a:xfrm>
              <a:custGeom>
                <a:rect b="b" l="l" r="r" t="t"/>
                <a:pathLst>
                  <a:path extrusionOk="0" h="313858" w="313858">
                    <a:moveTo>
                      <a:pt x="0" y="156929"/>
                    </a:moveTo>
                    <a:cubicBezTo>
                      <a:pt x="0" y="243259"/>
                      <a:pt x="70224" y="313858"/>
                      <a:pt x="156929" y="313858"/>
                    </a:cubicBezTo>
                    <a:cubicBezTo>
                      <a:pt x="243634" y="313858"/>
                      <a:pt x="313858" y="243313"/>
                      <a:pt x="313858" y="156929"/>
                    </a:cubicBezTo>
                    <a:cubicBezTo>
                      <a:pt x="313858" y="65471"/>
                      <a:pt x="239007" y="0"/>
                      <a:pt x="156929" y="0"/>
                    </a:cubicBezTo>
                    <a:cubicBezTo>
                      <a:pt x="70608" y="0"/>
                      <a:pt x="0" y="70215"/>
                      <a:pt x="0" y="156929"/>
                    </a:cubicBezTo>
                    <a:close/>
                    <a:moveTo>
                      <a:pt x="156929" y="34866"/>
                    </a:moveTo>
                    <a:cubicBezTo>
                      <a:pt x="159421" y="34866"/>
                      <a:pt x="168551" y="40289"/>
                      <a:pt x="177591" y="64408"/>
                    </a:cubicBezTo>
                    <a:cubicBezTo>
                      <a:pt x="180200" y="71358"/>
                      <a:pt x="182460" y="79005"/>
                      <a:pt x="184381" y="87179"/>
                    </a:cubicBezTo>
                    <a:lnTo>
                      <a:pt x="129487" y="87179"/>
                    </a:lnTo>
                    <a:cubicBezTo>
                      <a:pt x="131407" y="79014"/>
                      <a:pt x="133667" y="71358"/>
                      <a:pt x="136267" y="64408"/>
                    </a:cubicBezTo>
                    <a:cubicBezTo>
                      <a:pt x="145316" y="40289"/>
                      <a:pt x="154445" y="34866"/>
                      <a:pt x="156929" y="34866"/>
                    </a:cubicBezTo>
                    <a:close/>
                    <a:moveTo>
                      <a:pt x="190080" y="122054"/>
                    </a:moveTo>
                    <a:cubicBezTo>
                      <a:pt x="191214" y="133256"/>
                      <a:pt x="191813" y="144941"/>
                      <a:pt x="191813" y="156929"/>
                    </a:cubicBezTo>
                    <a:cubicBezTo>
                      <a:pt x="191813" y="168918"/>
                      <a:pt x="191214" y="180602"/>
                      <a:pt x="190080" y="191804"/>
                    </a:cubicBezTo>
                    <a:lnTo>
                      <a:pt x="123796" y="191804"/>
                    </a:lnTo>
                    <a:cubicBezTo>
                      <a:pt x="122661" y="180602"/>
                      <a:pt x="122063" y="168918"/>
                      <a:pt x="122063" y="156929"/>
                    </a:cubicBezTo>
                    <a:cubicBezTo>
                      <a:pt x="122063" y="144941"/>
                      <a:pt x="122661" y="133256"/>
                      <a:pt x="123796" y="122054"/>
                    </a:cubicBezTo>
                    <a:lnTo>
                      <a:pt x="190080" y="122054"/>
                    </a:lnTo>
                    <a:close/>
                    <a:moveTo>
                      <a:pt x="278992" y="156929"/>
                    </a:moveTo>
                    <a:cubicBezTo>
                      <a:pt x="278992" y="169042"/>
                      <a:pt x="277215" y="180745"/>
                      <a:pt x="273909" y="191804"/>
                    </a:cubicBezTo>
                    <a:lnTo>
                      <a:pt x="225098" y="191804"/>
                    </a:lnTo>
                    <a:cubicBezTo>
                      <a:pt x="226134" y="180495"/>
                      <a:pt x="226679" y="168810"/>
                      <a:pt x="226679" y="156929"/>
                    </a:cubicBezTo>
                    <a:cubicBezTo>
                      <a:pt x="226679" y="145048"/>
                      <a:pt x="226144" y="133363"/>
                      <a:pt x="225098" y="122054"/>
                    </a:cubicBezTo>
                    <a:lnTo>
                      <a:pt x="273909" y="122054"/>
                    </a:lnTo>
                    <a:cubicBezTo>
                      <a:pt x="277215" y="133113"/>
                      <a:pt x="278992" y="144816"/>
                      <a:pt x="278992" y="156929"/>
                    </a:cubicBezTo>
                    <a:close/>
                    <a:moveTo>
                      <a:pt x="156929" y="278992"/>
                    </a:moveTo>
                    <a:cubicBezTo>
                      <a:pt x="154445" y="278992"/>
                      <a:pt x="145316" y="273570"/>
                      <a:pt x="136267" y="249450"/>
                    </a:cubicBezTo>
                    <a:cubicBezTo>
                      <a:pt x="133658" y="242500"/>
                      <a:pt x="131407" y="234621"/>
                      <a:pt x="129487" y="226447"/>
                    </a:cubicBezTo>
                    <a:lnTo>
                      <a:pt x="184381" y="226447"/>
                    </a:lnTo>
                    <a:cubicBezTo>
                      <a:pt x="182460" y="234612"/>
                      <a:pt x="180200" y="242500"/>
                      <a:pt x="177591" y="249450"/>
                    </a:cubicBezTo>
                    <a:cubicBezTo>
                      <a:pt x="168551" y="273570"/>
                      <a:pt x="159421" y="278992"/>
                      <a:pt x="156929" y="278992"/>
                    </a:cubicBezTo>
                    <a:close/>
                    <a:moveTo>
                      <a:pt x="88760" y="191804"/>
                    </a:moveTo>
                    <a:lnTo>
                      <a:pt x="39958" y="191804"/>
                    </a:lnTo>
                    <a:cubicBezTo>
                      <a:pt x="36653" y="180745"/>
                      <a:pt x="34875" y="169042"/>
                      <a:pt x="34875" y="156929"/>
                    </a:cubicBezTo>
                    <a:cubicBezTo>
                      <a:pt x="34875" y="144816"/>
                      <a:pt x="36662" y="132872"/>
                      <a:pt x="39958" y="121822"/>
                    </a:cubicBezTo>
                    <a:lnTo>
                      <a:pt x="88760" y="121822"/>
                    </a:lnTo>
                    <a:cubicBezTo>
                      <a:pt x="87724" y="133131"/>
                      <a:pt x="87179" y="145048"/>
                      <a:pt x="87179" y="156929"/>
                    </a:cubicBezTo>
                    <a:cubicBezTo>
                      <a:pt x="87179" y="168810"/>
                      <a:pt x="87724" y="180495"/>
                      <a:pt x="88760" y="191804"/>
                    </a:cubicBezTo>
                    <a:close/>
                    <a:moveTo>
                      <a:pt x="56815" y="226679"/>
                    </a:moveTo>
                    <a:lnTo>
                      <a:pt x="93798" y="226679"/>
                    </a:lnTo>
                    <a:cubicBezTo>
                      <a:pt x="96371" y="239355"/>
                      <a:pt x="99658" y="251147"/>
                      <a:pt x="103607" y="261697"/>
                    </a:cubicBezTo>
                    <a:cubicBezTo>
                      <a:pt x="104411" y="263850"/>
                      <a:pt x="105241" y="265896"/>
                      <a:pt x="106081" y="267888"/>
                    </a:cubicBezTo>
                    <a:cubicBezTo>
                      <a:pt x="86223" y="258750"/>
                      <a:pt x="69223" y="244439"/>
                      <a:pt x="56815" y="226688"/>
                    </a:cubicBezTo>
                    <a:close/>
                    <a:moveTo>
                      <a:pt x="207768" y="267879"/>
                    </a:moveTo>
                    <a:cubicBezTo>
                      <a:pt x="208607" y="265887"/>
                      <a:pt x="209430" y="263841"/>
                      <a:pt x="210242" y="261688"/>
                    </a:cubicBezTo>
                    <a:cubicBezTo>
                      <a:pt x="214190" y="251147"/>
                      <a:pt x="217487" y="239123"/>
                      <a:pt x="220051" y="226438"/>
                    </a:cubicBezTo>
                    <a:lnTo>
                      <a:pt x="257034" y="226438"/>
                    </a:lnTo>
                    <a:cubicBezTo>
                      <a:pt x="244626" y="244188"/>
                      <a:pt x="227626" y="258741"/>
                      <a:pt x="207768" y="267870"/>
                    </a:cubicBezTo>
                    <a:close/>
                    <a:moveTo>
                      <a:pt x="257034" y="87179"/>
                    </a:moveTo>
                    <a:lnTo>
                      <a:pt x="220051" y="87179"/>
                    </a:lnTo>
                    <a:cubicBezTo>
                      <a:pt x="217478" y="74503"/>
                      <a:pt x="214190" y="62711"/>
                      <a:pt x="210242" y="52161"/>
                    </a:cubicBezTo>
                    <a:cubicBezTo>
                      <a:pt x="209439" y="50008"/>
                      <a:pt x="208607" y="47962"/>
                      <a:pt x="207768" y="45970"/>
                    </a:cubicBezTo>
                    <a:cubicBezTo>
                      <a:pt x="227626" y="55109"/>
                      <a:pt x="244626" y="69420"/>
                      <a:pt x="257034" y="87170"/>
                    </a:cubicBezTo>
                    <a:close/>
                    <a:moveTo>
                      <a:pt x="106081" y="45979"/>
                    </a:moveTo>
                    <a:cubicBezTo>
                      <a:pt x="105241" y="47971"/>
                      <a:pt x="104420" y="50017"/>
                      <a:pt x="103607" y="52170"/>
                    </a:cubicBezTo>
                    <a:cubicBezTo>
                      <a:pt x="99658" y="62711"/>
                      <a:pt x="96362" y="74503"/>
                      <a:pt x="93798" y="87188"/>
                    </a:cubicBezTo>
                    <a:lnTo>
                      <a:pt x="56815" y="87188"/>
                    </a:lnTo>
                    <a:cubicBezTo>
                      <a:pt x="69223" y="69438"/>
                      <a:pt x="86223" y="55118"/>
                      <a:pt x="106081" y="459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 u="sng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atistics - Math - 12th Grade by Slidesgo">
  <a:themeElements>
    <a:clrScheme name="Simple Light">
      <a:dk1>
        <a:srgbClr val="00006A"/>
      </a:dk1>
      <a:lt1>
        <a:srgbClr val="F2F2F2"/>
      </a:lt1>
      <a:dk2>
        <a:srgbClr val="3D44BA"/>
      </a:dk2>
      <a:lt2>
        <a:srgbClr val="0597F2"/>
      </a:lt2>
      <a:accent1>
        <a:srgbClr val="2EBB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6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