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5454"/>
    <a:srgbClr val="E023EF"/>
    <a:srgbClr val="2DDE0F"/>
    <a:srgbClr val="165F81"/>
    <a:srgbClr val="03FA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64"/>
  </p:normalViewPr>
  <p:slideViewPr>
    <p:cSldViewPr snapToGrid="0">
      <p:cViewPr>
        <p:scale>
          <a:sx n="85" d="100"/>
          <a:sy n="85" d="100"/>
        </p:scale>
        <p:origin x="1784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89A01-679F-02CD-176F-BA53CC150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E76AE-85CF-6A5F-4185-630C4489A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51033-2F45-FD02-8305-D9516273A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3717-1D0F-6646-92E1-A62028092F22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1F4D2-1847-12E6-2302-6C0C7B47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2EF90-72B6-AE6E-825E-BE17F2E6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A9403-4443-4642-8663-BE91A5CDB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8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9A05B-CBFB-6214-10DE-9617F81C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BB557-453D-E871-CD98-D6F152780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B846D-CF88-55C0-DD37-312FC8D2A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3717-1D0F-6646-92E1-A62028092F22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6A2FE-962C-F232-73AD-AA633248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53E46-BCE8-8692-A745-3790AEEF3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A9403-4443-4642-8663-BE91A5CDB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47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3F75-CBF9-BCD9-31E1-003FABB90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E4B60-2DF0-EA8D-3592-41C8F771A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CFF4F-A226-DAEC-0432-7B8831D48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3717-1D0F-6646-92E1-A62028092F22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5EFD2-B5C6-E535-808F-9B7DC601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AB381-ABED-246D-B01B-CD2299AA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A9403-4443-4642-8663-BE91A5CDB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97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6D93B-A9D4-D161-6273-D4D7AE21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DAB74-254D-D12B-14F6-70C5AED52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2830A-42EB-6AEE-247A-8CC33261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49B1F-EF41-AB00-758D-DAA993C8E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3717-1D0F-6646-92E1-A62028092F22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AD8AA-C26F-60AC-F951-2B828E26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E840E-053E-EF7F-CFF7-D6584210A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A9403-4443-4642-8663-BE91A5CDB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48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74D3D-B2F5-428C-2E58-E894DA73C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B625A-13EC-53ED-14D7-775BC3C4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D360B-D008-E263-5017-4E2B38704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755064-B8D0-F028-AE4B-8176EF652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DC3691-A750-814B-20DC-26C9D23912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592724-3C84-AB37-66E6-C137A0026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3717-1D0F-6646-92E1-A62028092F22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195EDA-A959-6546-FFA3-29E700652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E41AB4-38B4-02B3-4E82-2BA9B7C9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A9403-4443-4642-8663-BE91A5CDB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2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EB7EA-4556-B4BD-7A66-BE8B6A53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52A549-3B69-B891-138A-30DD28E7C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3717-1D0F-6646-92E1-A62028092F22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FEC92-6722-104A-3EDF-33DE76A8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5C238-F247-EFB0-A2DA-2DA07BEE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A9403-4443-4642-8663-BE91A5CDB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59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E6D382-D73B-9049-3915-383A992A8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3717-1D0F-6646-92E1-A62028092F22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A1699-10E0-48AA-ECBC-67D01F116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AD10E-F35A-3EC8-D0F3-CBD30318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A9403-4443-4642-8663-BE91A5CDB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12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2CFC-E54A-F70E-4DD9-6F47C0228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DC903-4FC4-2AEA-0AFE-0028B432C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5966A-6115-B419-7701-83FE4C2B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CB213-0F7F-85A9-26CC-7CE555F48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3717-1D0F-6646-92E1-A62028092F22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E0B66-8746-F0C3-AE97-D8B270FB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8C3C0-F4C8-92F9-E4E1-3298ED73F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A9403-4443-4642-8663-BE91A5CDB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42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33442-6764-C032-BABC-3727FB8B5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87016B-3D61-6618-4875-C571601BC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991C8-4B19-5992-41F9-1B8BB0997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48C57-05BA-DEC5-D85B-5E54BDDD4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3717-1D0F-6646-92E1-A62028092F22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F76A0-7640-715F-9ABD-3AA6DFDA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24D81-ABC3-315F-0E8E-BFD5B1E3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A9403-4443-4642-8663-BE91A5CDB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25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085F-608B-F45D-EC3B-F97CA4C1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E5F87F-594A-4242-D496-A1699AC7C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48ECB-728C-3CC6-4D1D-6DCD83289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3717-1D0F-6646-92E1-A62028092F22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1AAF4-82CA-037A-1016-27B0B89FA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3A6E5-E7B0-8E80-2756-BA9C81A4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A9403-4443-4642-8663-BE91A5CDB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05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9D403B-0AD9-0F21-8CF1-3193AF422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32C03-6AB6-B2EE-E657-283A86B29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C9A1B-DA81-87F8-94A7-9DF81A08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3717-1D0F-6646-92E1-A62028092F22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7F968-E08B-6E50-31DF-23BBFA78C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776F5-6579-6169-8AEE-D410C294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A9403-4443-4642-8663-BE91A5CDB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5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8BE6D7-911C-F3AC-3B84-E891E6B50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892E4-F335-5F65-03D0-798000257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A9D7D-92FD-3CBD-0C35-27C4535E6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23717-1D0F-6646-92E1-A62028092F22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7C125-281A-85D0-85A1-F3A4BE656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F4769-11FF-01AB-F86D-FDAA1AE53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A9403-4443-4642-8663-BE91A5CDB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2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88735A-F8F0-7D0B-D84B-768081256A12}"/>
              </a:ext>
            </a:extLst>
          </p:cNvPr>
          <p:cNvSpPr/>
          <p:nvPr/>
        </p:nvSpPr>
        <p:spPr>
          <a:xfrm>
            <a:off x="-215154" y="-221877"/>
            <a:ext cx="12586448" cy="7301753"/>
          </a:xfrm>
          <a:prstGeom prst="rect">
            <a:avLst/>
          </a:prstGeom>
          <a:solidFill>
            <a:srgbClr val="2DDE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6CB40A-46D9-85F9-4508-E69673905A3F}"/>
              </a:ext>
            </a:extLst>
          </p:cNvPr>
          <p:cNvCxnSpPr>
            <a:cxnSpLocks/>
          </p:cNvCxnSpPr>
          <p:nvPr/>
        </p:nvCxnSpPr>
        <p:spPr>
          <a:xfrm>
            <a:off x="0" y="-363072"/>
            <a:ext cx="0" cy="7651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E5F5F2-1881-E586-0DE1-306A135B98F3}"/>
              </a:ext>
            </a:extLst>
          </p:cNvPr>
          <p:cNvCxnSpPr>
            <a:cxnSpLocks/>
          </p:cNvCxnSpPr>
          <p:nvPr/>
        </p:nvCxnSpPr>
        <p:spPr>
          <a:xfrm>
            <a:off x="582705" y="-316006"/>
            <a:ext cx="0" cy="749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CA4869-835A-D690-B048-C0AE234A2093}"/>
              </a:ext>
            </a:extLst>
          </p:cNvPr>
          <p:cNvCxnSpPr>
            <a:cxnSpLocks/>
          </p:cNvCxnSpPr>
          <p:nvPr/>
        </p:nvCxnSpPr>
        <p:spPr>
          <a:xfrm>
            <a:off x="1174377" y="-363072"/>
            <a:ext cx="0" cy="7651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B7356C0-940E-A1F7-914F-840F5D9FD6E1}"/>
              </a:ext>
            </a:extLst>
          </p:cNvPr>
          <p:cNvCxnSpPr>
            <a:cxnSpLocks/>
          </p:cNvCxnSpPr>
          <p:nvPr/>
        </p:nvCxnSpPr>
        <p:spPr>
          <a:xfrm>
            <a:off x="1757082" y="-316006"/>
            <a:ext cx="0" cy="749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09B044-5E5C-5323-3340-81794BE705F6}"/>
              </a:ext>
            </a:extLst>
          </p:cNvPr>
          <p:cNvCxnSpPr>
            <a:cxnSpLocks/>
          </p:cNvCxnSpPr>
          <p:nvPr/>
        </p:nvCxnSpPr>
        <p:spPr>
          <a:xfrm>
            <a:off x="2344271" y="-363072"/>
            <a:ext cx="0" cy="7651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0C350-DFB7-56CF-1AE0-439EA98A55D6}"/>
              </a:ext>
            </a:extLst>
          </p:cNvPr>
          <p:cNvCxnSpPr>
            <a:cxnSpLocks/>
          </p:cNvCxnSpPr>
          <p:nvPr/>
        </p:nvCxnSpPr>
        <p:spPr>
          <a:xfrm>
            <a:off x="2926976" y="-316006"/>
            <a:ext cx="0" cy="749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DC796D-B6C8-C46B-1636-15B9CB737284}"/>
              </a:ext>
            </a:extLst>
          </p:cNvPr>
          <p:cNvCxnSpPr>
            <a:cxnSpLocks/>
          </p:cNvCxnSpPr>
          <p:nvPr/>
        </p:nvCxnSpPr>
        <p:spPr>
          <a:xfrm>
            <a:off x="3518648" y="-363072"/>
            <a:ext cx="0" cy="7651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A0FF13-2C8E-33CB-5990-3867D880F813}"/>
              </a:ext>
            </a:extLst>
          </p:cNvPr>
          <p:cNvCxnSpPr>
            <a:cxnSpLocks/>
          </p:cNvCxnSpPr>
          <p:nvPr/>
        </p:nvCxnSpPr>
        <p:spPr>
          <a:xfrm>
            <a:off x="4101353" y="-316006"/>
            <a:ext cx="0" cy="749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671AB7-4A6F-4179-F0E1-D47E61AB3CE6}"/>
              </a:ext>
            </a:extLst>
          </p:cNvPr>
          <p:cNvCxnSpPr>
            <a:cxnSpLocks/>
          </p:cNvCxnSpPr>
          <p:nvPr/>
        </p:nvCxnSpPr>
        <p:spPr>
          <a:xfrm>
            <a:off x="4688542" y="-363072"/>
            <a:ext cx="0" cy="7651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14DB31-F9CA-791A-F3B8-2238E4ADE7C9}"/>
              </a:ext>
            </a:extLst>
          </p:cNvPr>
          <p:cNvCxnSpPr>
            <a:cxnSpLocks/>
          </p:cNvCxnSpPr>
          <p:nvPr/>
        </p:nvCxnSpPr>
        <p:spPr>
          <a:xfrm>
            <a:off x="5271247" y="-316006"/>
            <a:ext cx="0" cy="749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50C5F6D-F06D-F641-4BD4-0F751952DE69}"/>
              </a:ext>
            </a:extLst>
          </p:cNvPr>
          <p:cNvCxnSpPr>
            <a:cxnSpLocks/>
          </p:cNvCxnSpPr>
          <p:nvPr/>
        </p:nvCxnSpPr>
        <p:spPr>
          <a:xfrm>
            <a:off x="5862919" y="-363072"/>
            <a:ext cx="0" cy="7651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7991B8-6374-8274-8E1F-CAB770AC4B04}"/>
              </a:ext>
            </a:extLst>
          </p:cNvPr>
          <p:cNvCxnSpPr>
            <a:cxnSpLocks/>
          </p:cNvCxnSpPr>
          <p:nvPr/>
        </p:nvCxnSpPr>
        <p:spPr>
          <a:xfrm>
            <a:off x="6445624" y="-316006"/>
            <a:ext cx="0" cy="749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7899DD-CE48-C23B-62B2-1303599385FA}"/>
              </a:ext>
            </a:extLst>
          </p:cNvPr>
          <p:cNvCxnSpPr>
            <a:cxnSpLocks/>
          </p:cNvCxnSpPr>
          <p:nvPr/>
        </p:nvCxnSpPr>
        <p:spPr>
          <a:xfrm>
            <a:off x="7032813" y="-363072"/>
            <a:ext cx="0" cy="7651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63D8E70-8DAC-7440-A486-82BC539A74F7}"/>
              </a:ext>
            </a:extLst>
          </p:cNvPr>
          <p:cNvCxnSpPr>
            <a:cxnSpLocks/>
          </p:cNvCxnSpPr>
          <p:nvPr/>
        </p:nvCxnSpPr>
        <p:spPr>
          <a:xfrm>
            <a:off x="7615518" y="-316006"/>
            <a:ext cx="0" cy="749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60296B-F588-6230-B1C0-F23E0B5F9862}"/>
              </a:ext>
            </a:extLst>
          </p:cNvPr>
          <p:cNvCxnSpPr>
            <a:cxnSpLocks/>
          </p:cNvCxnSpPr>
          <p:nvPr/>
        </p:nvCxnSpPr>
        <p:spPr>
          <a:xfrm>
            <a:off x="8207190" y="-363072"/>
            <a:ext cx="0" cy="7651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A3AA82F-F416-C969-3F13-19788BC88165}"/>
              </a:ext>
            </a:extLst>
          </p:cNvPr>
          <p:cNvCxnSpPr>
            <a:cxnSpLocks/>
          </p:cNvCxnSpPr>
          <p:nvPr/>
        </p:nvCxnSpPr>
        <p:spPr>
          <a:xfrm>
            <a:off x="8789895" y="-316006"/>
            <a:ext cx="0" cy="749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271F9AF-5328-EAEA-A48B-EE8AE09507F2}"/>
              </a:ext>
            </a:extLst>
          </p:cNvPr>
          <p:cNvCxnSpPr>
            <a:cxnSpLocks/>
          </p:cNvCxnSpPr>
          <p:nvPr/>
        </p:nvCxnSpPr>
        <p:spPr>
          <a:xfrm>
            <a:off x="9377084" y="-363072"/>
            <a:ext cx="0" cy="7651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078A4E1-519D-3337-EB56-93CDF6DD78E4}"/>
              </a:ext>
            </a:extLst>
          </p:cNvPr>
          <p:cNvCxnSpPr>
            <a:cxnSpLocks/>
          </p:cNvCxnSpPr>
          <p:nvPr/>
        </p:nvCxnSpPr>
        <p:spPr>
          <a:xfrm>
            <a:off x="9959789" y="-316006"/>
            <a:ext cx="0" cy="749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50F875B-7C50-0FFE-6A33-7034359C78BF}"/>
              </a:ext>
            </a:extLst>
          </p:cNvPr>
          <p:cNvCxnSpPr>
            <a:cxnSpLocks/>
          </p:cNvCxnSpPr>
          <p:nvPr/>
        </p:nvCxnSpPr>
        <p:spPr>
          <a:xfrm>
            <a:off x="10551461" y="-363072"/>
            <a:ext cx="0" cy="7651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2729B7-7B8C-9D07-5C2B-C96854766B13}"/>
              </a:ext>
            </a:extLst>
          </p:cNvPr>
          <p:cNvCxnSpPr>
            <a:cxnSpLocks/>
          </p:cNvCxnSpPr>
          <p:nvPr/>
        </p:nvCxnSpPr>
        <p:spPr>
          <a:xfrm>
            <a:off x="11134166" y="-316006"/>
            <a:ext cx="0" cy="749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40AD96A-3351-F3AC-F668-6E1563AFCC71}"/>
              </a:ext>
            </a:extLst>
          </p:cNvPr>
          <p:cNvCxnSpPr>
            <a:cxnSpLocks/>
          </p:cNvCxnSpPr>
          <p:nvPr/>
        </p:nvCxnSpPr>
        <p:spPr>
          <a:xfrm>
            <a:off x="11721355" y="-363072"/>
            <a:ext cx="0" cy="7651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5C43D8A-32F0-68E8-6FC7-71011D97FE86}"/>
              </a:ext>
            </a:extLst>
          </p:cNvPr>
          <p:cNvCxnSpPr>
            <a:cxnSpLocks/>
          </p:cNvCxnSpPr>
          <p:nvPr/>
        </p:nvCxnSpPr>
        <p:spPr>
          <a:xfrm>
            <a:off x="12304060" y="-316006"/>
            <a:ext cx="0" cy="749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A73917F-CC78-F3A1-4F0E-CA7AD35356EF}"/>
              </a:ext>
            </a:extLst>
          </p:cNvPr>
          <p:cNvCxnSpPr/>
          <p:nvPr/>
        </p:nvCxnSpPr>
        <p:spPr>
          <a:xfrm>
            <a:off x="-412377" y="591671"/>
            <a:ext cx="1301675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A26BE43-7BA3-CF62-B190-090F006D213D}"/>
              </a:ext>
            </a:extLst>
          </p:cNvPr>
          <p:cNvCxnSpPr/>
          <p:nvPr/>
        </p:nvCxnSpPr>
        <p:spPr>
          <a:xfrm>
            <a:off x="-215154" y="1174376"/>
            <a:ext cx="1301675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0D5DBB2-F57A-1868-4250-A5D2D501A62F}"/>
              </a:ext>
            </a:extLst>
          </p:cNvPr>
          <p:cNvCxnSpPr>
            <a:cxnSpLocks/>
          </p:cNvCxnSpPr>
          <p:nvPr/>
        </p:nvCxnSpPr>
        <p:spPr>
          <a:xfrm>
            <a:off x="-412377" y="1757081"/>
            <a:ext cx="134111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C322D62-09F7-1BDE-378E-D7AEF36D8560}"/>
              </a:ext>
            </a:extLst>
          </p:cNvPr>
          <p:cNvCxnSpPr>
            <a:cxnSpLocks/>
          </p:cNvCxnSpPr>
          <p:nvPr/>
        </p:nvCxnSpPr>
        <p:spPr>
          <a:xfrm>
            <a:off x="-412377" y="2339786"/>
            <a:ext cx="136084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289F48-9F7B-AF67-723E-01401015C94C}"/>
              </a:ext>
            </a:extLst>
          </p:cNvPr>
          <p:cNvCxnSpPr>
            <a:cxnSpLocks/>
          </p:cNvCxnSpPr>
          <p:nvPr/>
        </p:nvCxnSpPr>
        <p:spPr>
          <a:xfrm>
            <a:off x="-412377" y="2922491"/>
            <a:ext cx="138056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AB26707-8B9C-36DC-1A16-D92C0EC92D30}"/>
              </a:ext>
            </a:extLst>
          </p:cNvPr>
          <p:cNvCxnSpPr>
            <a:cxnSpLocks/>
          </p:cNvCxnSpPr>
          <p:nvPr/>
        </p:nvCxnSpPr>
        <p:spPr>
          <a:xfrm>
            <a:off x="-412377" y="3505196"/>
            <a:ext cx="140028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2A450F0-2D5D-013A-C59E-21557CE4BDBC}"/>
              </a:ext>
            </a:extLst>
          </p:cNvPr>
          <p:cNvCxnSpPr>
            <a:cxnSpLocks/>
          </p:cNvCxnSpPr>
          <p:nvPr/>
        </p:nvCxnSpPr>
        <p:spPr>
          <a:xfrm>
            <a:off x="-215154" y="4087901"/>
            <a:ext cx="140028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7954DEE-8E66-6688-A5DB-13038FDE22C3}"/>
              </a:ext>
            </a:extLst>
          </p:cNvPr>
          <p:cNvCxnSpPr>
            <a:cxnSpLocks/>
          </p:cNvCxnSpPr>
          <p:nvPr/>
        </p:nvCxnSpPr>
        <p:spPr>
          <a:xfrm>
            <a:off x="-412377" y="4670606"/>
            <a:ext cx="143973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487AC9A-C27C-8943-F2F7-5EA0D04E6DA1}"/>
              </a:ext>
            </a:extLst>
          </p:cNvPr>
          <p:cNvCxnSpPr>
            <a:cxnSpLocks/>
          </p:cNvCxnSpPr>
          <p:nvPr/>
        </p:nvCxnSpPr>
        <p:spPr>
          <a:xfrm>
            <a:off x="-412377" y="5253311"/>
            <a:ext cx="145945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FB1A38D-8AE2-E038-FA2C-525A101E4F6D}"/>
              </a:ext>
            </a:extLst>
          </p:cNvPr>
          <p:cNvCxnSpPr>
            <a:cxnSpLocks/>
          </p:cNvCxnSpPr>
          <p:nvPr/>
        </p:nvCxnSpPr>
        <p:spPr>
          <a:xfrm>
            <a:off x="-412377" y="5836016"/>
            <a:ext cx="14791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EA7522F-6F64-B1EA-CD11-23A5BF72BEFB}"/>
              </a:ext>
            </a:extLst>
          </p:cNvPr>
          <p:cNvCxnSpPr>
            <a:cxnSpLocks/>
          </p:cNvCxnSpPr>
          <p:nvPr/>
        </p:nvCxnSpPr>
        <p:spPr>
          <a:xfrm>
            <a:off x="-412377" y="6418721"/>
            <a:ext cx="149889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E3A2425C-4C1B-E8CB-A38C-9DB03F88D810}"/>
              </a:ext>
            </a:extLst>
          </p:cNvPr>
          <p:cNvSpPr/>
          <p:nvPr/>
        </p:nvSpPr>
        <p:spPr>
          <a:xfrm>
            <a:off x="5271247" y="591671"/>
            <a:ext cx="591672" cy="582705"/>
          </a:xfrm>
          <a:prstGeom prst="roundRect">
            <a:avLst/>
          </a:prstGeom>
          <a:ln>
            <a:solidFill>
              <a:srgbClr val="165F8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92D050"/>
                </a:solidFill>
                <a:latin typeface="Garamond" panose="02020404030301010803" pitchFamily="18" charset="0"/>
              </a:rPr>
              <a:t>X</a:t>
            </a:r>
            <a:endParaRPr lang="en-US" dirty="0">
              <a:solidFill>
                <a:srgbClr val="92D050"/>
              </a:solidFill>
              <a:latin typeface="Garamond" panose="02020404030301010803" pitchFamily="18" charset="0"/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11F77FBD-0436-67F3-526B-F00E484C52F9}"/>
              </a:ext>
            </a:extLst>
          </p:cNvPr>
          <p:cNvSpPr/>
          <p:nvPr/>
        </p:nvSpPr>
        <p:spPr>
          <a:xfrm>
            <a:off x="5860677" y="591670"/>
            <a:ext cx="591672" cy="582705"/>
          </a:xfrm>
          <a:prstGeom prst="roundRect">
            <a:avLst/>
          </a:prstGeom>
          <a:ln>
            <a:solidFill>
              <a:srgbClr val="165F8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92D050"/>
                </a:solidFill>
                <a:latin typeface="Garamond" panose="02020404030301010803" pitchFamily="18" charset="0"/>
              </a:rPr>
              <a:t>X</a:t>
            </a:r>
            <a:endParaRPr lang="en-US" dirty="0">
              <a:solidFill>
                <a:srgbClr val="92D050"/>
              </a:solidFill>
              <a:latin typeface="Garamond" panose="02020404030301010803" pitchFamily="18" charset="0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66AD9D45-A412-B8B9-BF90-8FE2464CF3BE}"/>
              </a:ext>
            </a:extLst>
          </p:cNvPr>
          <p:cNvSpPr/>
          <p:nvPr/>
        </p:nvSpPr>
        <p:spPr>
          <a:xfrm>
            <a:off x="869430" y="4332157"/>
            <a:ext cx="10739865" cy="2525843"/>
          </a:xfrm>
          <a:prstGeom prst="roundRect">
            <a:avLst/>
          </a:prstGeom>
          <a:solidFill>
            <a:srgbClr val="E023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08B56489-DD91-1869-A0E5-CDE7702429AA}"/>
              </a:ext>
            </a:extLst>
          </p:cNvPr>
          <p:cNvSpPr/>
          <p:nvPr/>
        </p:nvSpPr>
        <p:spPr>
          <a:xfrm>
            <a:off x="3769510" y="5081705"/>
            <a:ext cx="591672" cy="582705"/>
          </a:xfrm>
          <a:prstGeom prst="roundRect">
            <a:avLst/>
          </a:prstGeom>
          <a:ln>
            <a:solidFill>
              <a:srgbClr val="165F8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92D050"/>
                </a:solidFill>
                <a:latin typeface="Garamond" panose="02020404030301010803" pitchFamily="18" charset="0"/>
              </a:rPr>
              <a:t>X</a:t>
            </a:r>
            <a:endParaRPr lang="en-US" dirty="0">
              <a:solidFill>
                <a:srgbClr val="92D050"/>
              </a:solidFill>
              <a:latin typeface="Garamond" panose="02020404030301010803" pitchFamily="18" charset="0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344C0455-FE0C-42CA-AD3C-E0D8AA5C250B}"/>
              </a:ext>
            </a:extLst>
          </p:cNvPr>
          <p:cNvSpPr/>
          <p:nvPr/>
        </p:nvSpPr>
        <p:spPr>
          <a:xfrm>
            <a:off x="5190565" y="5081704"/>
            <a:ext cx="591672" cy="582705"/>
          </a:xfrm>
          <a:prstGeom prst="roundRect">
            <a:avLst/>
          </a:prstGeom>
          <a:ln>
            <a:solidFill>
              <a:srgbClr val="165F8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92D050"/>
                </a:solidFill>
                <a:latin typeface="Garamond" panose="02020404030301010803" pitchFamily="18" charset="0"/>
              </a:rPr>
              <a:t>X</a:t>
            </a:r>
            <a:endParaRPr lang="en-US" dirty="0">
              <a:solidFill>
                <a:srgbClr val="92D050"/>
              </a:solidFill>
              <a:latin typeface="Garamond" panose="02020404030301010803" pitchFamily="18" charset="0"/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D3027EE9-962C-C33E-99F5-5CDD892BBD93}"/>
              </a:ext>
            </a:extLst>
          </p:cNvPr>
          <p:cNvSpPr/>
          <p:nvPr/>
        </p:nvSpPr>
        <p:spPr>
          <a:xfrm>
            <a:off x="6548718" y="5081703"/>
            <a:ext cx="591672" cy="582705"/>
          </a:xfrm>
          <a:prstGeom prst="roundRect">
            <a:avLst/>
          </a:prstGeom>
          <a:ln>
            <a:solidFill>
              <a:srgbClr val="165F8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92D050"/>
                </a:solidFill>
                <a:latin typeface="Garamond" panose="02020404030301010803" pitchFamily="18" charset="0"/>
              </a:rPr>
              <a:t>X</a:t>
            </a:r>
            <a:endParaRPr lang="en-US" dirty="0">
              <a:solidFill>
                <a:srgbClr val="92D050"/>
              </a:solidFill>
              <a:latin typeface="Garamond" panose="02020404030301010803" pitchFamily="18" charset="0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5CDAD267-A191-6FDC-267B-AEF3DD5989DA}"/>
              </a:ext>
            </a:extLst>
          </p:cNvPr>
          <p:cNvSpPr/>
          <p:nvPr/>
        </p:nvSpPr>
        <p:spPr>
          <a:xfrm>
            <a:off x="7862051" y="5080732"/>
            <a:ext cx="591672" cy="582705"/>
          </a:xfrm>
          <a:prstGeom prst="roundRect">
            <a:avLst/>
          </a:prstGeom>
          <a:ln>
            <a:solidFill>
              <a:srgbClr val="165F8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92D050"/>
                </a:solidFill>
                <a:latin typeface="Garamond" panose="02020404030301010803" pitchFamily="18" charset="0"/>
              </a:rPr>
              <a:t>X</a:t>
            </a:r>
            <a:endParaRPr lang="en-US" dirty="0">
              <a:solidFill>
                <a:srgbClr val="92D050"/>
              </a:solidFill>
              <a:latin typeface="Garamond" panose="02020404030301010803" pitchFamily="18" charset="0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43A2493-4FD1-CEB1-80D9-391738829359}"/>
              </a:ext>
            </a:extLst>
          </p:cNvPr>
          <p:cNvSpPr/>
          <p:nvPr/>
        </p:nvSpPr>
        <p:spPr>
          <a:xfrm>
            <a:off x="5273488" y="1174374"/>
            <a:ext cx="591672" cy="582705"/>
          </a:xfrm>
          <a:prstGeom prst="roundRect">
            <a:avLst/>
          </a:prstGeom>
          <a:ln>
            <a:solidFill>
              <a:srgbClr val="165F8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92D050"/>
                </a:solidFill>
                <a:latin typeface="Garamond" panose="02020404030301010803" pitchFamily="18" charset="0"/>
              </a:rPr>
              <a:t>X</a:t>
            </a:r>
            <a:endParaRPr lang="en-US" dirty="0">
              <a:solidFill>
                <a:srgbClr val="92D050"/>
              </a:solidFill>
              <a:latin typeface="Garamond" panose="02020404030301010803" pitchFamily="18" charset="0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BE5D213A-865D-377F-5423-D264A00B3C76}"/>
              </a:ext>
            </a:extLst>
          </p:cNvPr>
          <p:cNvSpPr/>
          <p:nvPr/>
        </p:nvSpPr>
        <p:spPr>
          <a:xfrm>
            <a:off x="5275729" y="1757077"/>
            <a:ext cx="591672" cy="582705"/>
          </a:xfrm>
          <a:prstGeom prst="roundRect">
            <a:avLst/>
          </a:prstGeom>
          <a:ln>
            <a:solidFill>
              <a:srgbClr val="165F8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92D050"/>
                </a:solidFill>
                <a:latin typeface="Garamond" panose="02020404030301010803" pitchFamily="18" charset="0"/>
              </a:rPr>
              <a:t>X</a:t>
            </a:r>
            <a:endParaRPr lang="en-US" dirty="0">
              <a:solidFill>
                <a:srgbClr val="92D050"/>
              </a:solidFill>
              <a:latin typeface="Garamond" panose="02020404030301010803" pitchFamily="18" charset="0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2649644D-23BD-BF32-C585-95122145A74E}"/>
              </a:ext>
            </a:extLst>
          </p:cNvPr>
          <p:cNvSpPr/>
          <p:nvPr/>
        </p:nvSpPr>
        <p:spPr>
          <a:xfrm>
            <a:off x="4693024" y="1757076"/>
            <a:ext cx="591672" cy="582705"/>
          </a:xfrm>
          <a:prstGeom prst="roundRect">
            <a:avLst/>
          </a:prstGeom>
          <a:ln>
            <a:solidFill>
              <a:srgbClr val="165F8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92D050"/>
                </a:solidFill>
                <a:latin typeface="Garamond" panose="02020404030301010803" pitchFamily="18" charset="0"/>
              </a:rPr>
              <a:t>X</a:t>
            </a:r>
            <a:endParaRPr lang="en-US" dirty="0">
              <a:solidFill>
                <a:srgbClr val="92D050"/>
              </a:solidFill>
              <a:latin typeface="Garamond" panose="02020404030301010803" pitchFamily="18" charset="0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0B1E1CB-D530-53B6-3B2C-D9C39C7F4C68}"/>
              </a:ext>
            </a:extLst>
          </p:cNvPr>
          <p:cNvSpPr/>
          <p:nvPr/>
        </p:nvSpPr>
        <p:spPr>
          <a:xfrm>
            <a:off x="4110319" y="1757075"/>
            <a:ext cx="591672" cy="582705"/>
          </a:xfrm>
          <a:prstGeom prst="roundRect">
            <a:avLst/>
          </a:prstGeom>
          <a:ln>
            <a:solidFill>
              <a:srgbClr val="165F8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92D050"/>
                </a:solidFill>
                <a:latin typeface="Garamond" panose="02020404030301010803" pitchFamily="18" charset="0"/>
              </a:rPr>
              <a:t>X</a:t>
            </a:r>
            <a:endParaRPr lang="en-US" dirty="0">
              <a:solidFill>
                <a:srgbClr val="92D050"/>
              </a:solidFill>
              <a:latin typeface="Garamond" panose="02020404030301010803" pitchFamily="18" charset="0"/>
            </a:endParaRP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CAF65A8-7810-5AD9-E551-D3A1DB1A2C82}"/>
              </a:ext>
            </a:extLst>
          </p:cNvPr>
          <p:cNvSpPr/>
          <p:nvPr/>
        </p:nvSpPr>
        <p:spPr>
          <a:xfrm>
            <a:off x="9959789" y="4332157"/>
            <a:ext cx="1519520" cy="25258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DUMP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588BF5F1-75F6-CA38-2709-FB43E3169875}"/>
              </a:ext>
            </a:extLst>
          </p:cNvPr>
          <p:cNvSpPr/>
          <p:nvPr/>
        </p:nvSpPr>
        <p:spPr>
          <a:xfrm>
            <a:off x="988357" y="4332157"/>
            <a:ext cx="1519520" cy="25258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E8239D93-20AD-E5C3-58FE-965966381ABB}"/>
              </a:ext>
            </a:extLst>
          </p:cNvPr>
          <p:cNvSpPr/>
          <p:nvPr/>
        </p:nvSpPr>
        <p:spPr>
          <a:xfrm>
            <a:off x="1010289" y="4422313"/>
            <a:ext cx="1450044" cy="53964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Peel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9133C206-EBE1-64C0-14C1-27239094D70E}"/>
              </a:ext>
            </a:extLst>
          </p:cNvPr>
          <p:cNvSpPr/>
          <p:nvPr/>
        </p:nvSpPr>
        <p:spPr>
          <a:xfrm>
            <a:off x="1032060" y="4980364"/>
            <a:ext cx="1450044" cy="53964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Center Board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8B73469C-E353-2E03-13E7-0332F8935FA2}"/>
              </a:ext>
            </a:extLst>
          </p:cNvPr>
          <p:cNvSpPr/>
          <p:nvPr/>
        </p:nvSpPr>
        <p:spPr>
          <a:xfrm>
            <a:off x="1023095" y="5507177"/>
            <a:ext cx="1450044" cy="53964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Peek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069C0533-0EFE-9640-B17D-A7A65159CE0F}"/>
              </a:ext>
            </a:extLst>
          </p:cNvPr>
          <p:cNvSpPr/>
          <p:nvPr/>
        </p:nvSpPr>
        <p:spPr>
          <a:xfrm>
            <a:off x="1010289" y="6030865"/>
            <a:ext cx="1450044" cy="53964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Tiles Left: 23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54361F1-5091-F3AA-1097-1B806D33ED11}"/>
              </a:ext>
            </a:extLst>
          </p:cNvPr>
          <p:cNvSpPr/>
          <p:nvPr/>
        </p:nvSpPr>
        <p:spPr>
          <a:xfrm>
            <a:off x="605693" y="610077"/>
            <a:ext cx="581553" cy="5804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rgbClr val="0070C0"/>
                </a:solidFill>
                <a:latin typeface="Garamond" panose="02020404030301010803" pitchFamily="18" charset="0"/>
              </a:rPr>
              <a:t>1:28</a:t>
            </a:r>
          </a:p>
        </p:txBody>
      </p:sp>
    </p:spTree>
    <p:extLst>
      <p:ext uri="{BB962C8B-B14F-4D97-AF65-F5344CB8AC3E}">
        <p14:creationId xmlns:p14="http://schemas.microsoft.com/office/powerpoint/2010/main" val="2015404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20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Garamond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Elan Roth</dc:creator>
  <cp:lastModifiedBy>Elan Roth</cp:lastModifiedBy>
  <cp:revision>1</cp:revision>
  <cp:lastPrinted>2025-11-29T23:27:37Z</cp:lastPrinted>
  <dcterms:created xsi:type="dcterms:W3CDTF">2025-11-29T22:55:21Z</dcterms:created>
  <dcterms:modified xsi:type="dcterms:W3CDTF">2025-11-29T23:30:20Z</dcterms:modified>
</cp:coreProperties>
</file>